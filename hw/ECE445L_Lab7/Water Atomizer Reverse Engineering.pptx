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12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0:16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24575,'2'1'0,"-1"0"0,1 0 0,0 0 0,0 0 0,0 0 0,0-1 0,0 1 0,-1-1 0,1 0 0,0 1 0,0-1 0,4 0 0,-3 0 0,213 10 0,-211-10 0,-3 0 0,1 0 0,-1 0 0,1 0 0,-1 0 0,1 1 0,-1-1 0,0 1 0,1-1 0,3 2 0,-5-1 0,-1 0 0,1 0 0,0 0 0,0 0 0,0 0 0,0 0 0,-1 0 0,1 0 0,-1 1 0,1-1 0,-1 0 0,1 0 0,-1 1 0,0-1 0,1 0 0,-1 0 0,0 1 0,0-1 0,0 0 0,0 3 0,-7 314 0,0-212 0,11 163 0,-1-236 0,-1 1 0,-5 53 0,2-83 0,-1-1 0,1 0 0,-1 0 0,0 0 0,0 0 0,0 0 0,0 0 0,-1 0 0,1-1 0,-1 1 0,1-1 0,-1 0 0,-5 3 0,-9 11 0,15-14 0,1-1 0,-1 1 0,0 0 0,1 0 0,0 0 0,-1 1 0,1-1 0,0 0 0,0 0 0,0 1 0,0 2 0,1-5 0,0 1 0,0 0 0,0 0 0,0 0 0,0 0 0,1 0 0,-1 0 0,0 0 0,1-1 0,-1 1 0,1 0 0,-1 0 0,1 0 0,-1-1 0,1 1 0,-1 0 0,1-1 0,0 1 0,-1 0 0,1-1 0,0 1 0,-1-1 0,1 1 0,0-1 0,0 0 0,0 1 0,0-1 0,-1 0 0,1 1 0,0-1 0,0 0 0,2 0 0,26 8 0,1-3 0,52 5 0,-58-9 0,-1 1 0,0 2 0,-1 0 0,1 1 0,41 16 0,-62-20 0,0-1 0,0 1 0,0 1 0,0-1 0,0 0 0,0 1 0,0-1 0,0 1 0,-1-1 0,1 1 0,0 0 0,-1-1 0,0 1 0,1 0 0,-1 0 0,2 4 0,-3-4 0,0 0 0,1-1 0,-1 1 0,0-1 0,0 1 0,-1-1 0,1 1 0,0 0 0,0-1 0,-1 1 0,1-1 0,-1 1 0,0-1 0,1 0 0,-1 1 0,0-1 0,0 1 0,0-1 0,0 0 0,0 0 0,0 0 0,0 0 0,0 1 0,0-1 0,-3 1 0,-24 18 0,-2-1 0,0-2 0,-56 24 0,35-17 0,14-7 0,12-6 0,1 1 0,-25 16 0,49-28 0,0 0 0,0 0 0,-1 0 0,1 1 0,0-1 0,0 0 0,-1 0 0,1 0 0,0 0 0,0 0 0,0 0 0,-1 0 0,1 1 0,0-1 0,0 0 0,0 0 0,0 0 0,-1 0 0,1 1 0,0-1 0,0 0 0,0 0 0,0 1 0,0-1 0,0 0 0,0 0 0,0 0 0,-1 1 0,1-1 0,0 0 0,0 0 0,0 1 0,0-1 0,0 0 0,0 0 0,0 1 0,0-1 0,1 0 0,-1 0 0,0 1 0,0-1 0,0 0 0,0 0 0,0 1 0,14 3 0,27-4 0,-37 0 0,21-1 0,-12 0 0,0 0 0,-1 1 0,1 1 0,0 0 0,0 1 0,17 4 0,-29-6 0,0 0 0,-1 1 0,1-1 0,0 0 0,-1 0 0,1 1 0,-1-1 0,1 0 0,-1 1 0,1-1 0,0 0 0,-1 1 0,1-1 0,-1 1 0,0-1 0,1 1 0,-1-1 0,1 1 0,-1-1 0,0 1 0,1 0 0,-1-1 0,0 1 0,0-1 0,1 1 0,-1 0 0,0-1 0,0 2 0,0 0 0,0-1 0,-1 0 0,1 1 0,-1-1 0,1 0 0,-1 0 0,0 1 0,1-1 0,-1 0 0,0 0 0,0 0 0,0 0 0,-1 1 0,-4 4 0,-1 0 0,1-1 0,-12 7 0,-22 9 0,-1 0 0,-2-3 0,-49 15 0,11-4 0,68-23 0,13-2 0,20 1 0,-3-1 0,193 74 0,-208-77 0,-1 0 0,1-1 0,0 1 0,-1 0 0,1 0 0,-1 0 0,1 0 0,-1 0 0,1 0 0,-1 0 0,0 0 0,1 1 0,-1-1 0,0 0 0,0 1 0,0-1 0,0 1 0,0-1 0,1 4 0,-1-1 0,-1 0 0,1 1 0,-1-1 0,1 0 0,-1 1 0,-1 4 0,1 1 0,0 247 0,1-84 0,-1-171 0,0 0 0,-1-1 0,1 1 0,-1-1 0,1 1 0,-1 0 0,0-1 0,1 0 0,-1 1 0,0-1 0,0 1 0,0-1 0,0 0 0,0 0 0,-1 0 0,1 0 0,-2 2 0,-29 18 0,19-13 0,1 0 0,1-2 0,1 1 0,0 0 0,0 1 0,0 0 0,1 1 0,0 0 0,1 0 0,-8 11 0,16-20 0,0 0 0,0 1 0,0-1 0,0 1 0,0-1 0,0 0 0,0 1 0,0-1 0,0 1 0,0-1 0,0 0 0,0 1 0,0-1 0,0 1 0,0-1 0,0 0 0,0 1 0,0-1 0,1 1 0,-1-1 0,0 0 0,0 1 0,0-1 0,1 0 0,-1 1 0,0-1 0,1 0 0,-1 1 0,0-1 0,0 0 0,1 0 0,-1 1 0,0-1 0,1 0 0,-1 0 0,1 0 0,-1 0 0,0 1 0,1-1 0,-1 0 0,1 0 0,-1 0 0,0 0 0,1 0 0,-1 0 0,1 0 0,-1 0 0,0 0 0,1 0 0,27 1 0,-23-1 0,189 7 0,331 55 0,-494-57 0,-16-3 0,0 0 0,0 1 0,0 1 0,0 0 0,-1 1 0,1 0 0,14 8 0,-29-13 0,0 0 0,1 1 0,-1-1 0,0 0 0,0 0 0,0 0 0,1 0 0,-1 0 0,0 1 0,0-1 0,1 0 0,-1 0 0,0 0 0,0 1 0,0-1 0,0 0 0,0 0 0,1 0 0,-1 1 0,0-1 0,0 0 0,0 0 0,0 1 0,0-1 0,0 0 0,0 0 0,0 1 0,0-1 0,0 0 0,0 1 0,0-1 0,0 0 0,0 0 0,0 1 0,0-1 0,0 0 0,0 0 0,0 1 0,0-1 0,-12 7 0,-21 2 0,30-9 0,-204 33 0,119-22 0,-155 42 0,234-51 0,-28 12 0,35-14 0,0 1 0,1 0 0,-1 0 0,0 0 0,1 0 0,-1 0 0,1 0 0,-1 0 0,1 1 0,0-1 0,-1 0 0,1 1 0,0-1 0,0 1 0,0-1 0,-1 4 0,2-5 0,0 1 0,0 0 0,0-1 0,0 1 0,1 0 0,-1 0 0,0-1 0,0 1 0,1 0 0,-1-1 0,0 1 0,1 0 0,-1-1 0,0 1 0,1-1 0,-1 1 0,1-1 0,0 1 0,-1-1 0,1 1 0,-1-1 0,1 1 0,0-1 0,-1 1 0,2-1 0,23 13 0,-14-8 0,54 31 0,121 48 0,-172-79 0,24 10 0,-36-14 0,0 0 0,0 0 0,0 0 0,0 0 0,0 0 0,0 1 0,-1-1 0,1 1 0,0-1 0,-1 1 0,1 0 0,2 3 0,-4-4 0,0-1 0,0 1 0,0-1 0,0 1 0,0-1 0,0 1 0,0-1 0,0 1 0,0 0 0,0-1 0,0 1 0,0-1 0,-1 1 0,1-1 0,0 1 0,0-1 0,-1 1 0,1-1 0,0 1 0,0-1 0,-1 1 0,1-1 0,-1 0 0,1 1 0,0-1 0,-1 1 0,1-1 0,-1 0 0,0 1 0,-17 9 0,16-9 0,-34 14 0,-57 15 0,-24 9 0,115-37 0,0-1 0,0 0 0,0 1 0,0-1 0,0 1 0,0-1 0,1 1 0,-1 0 0,1 0 0,-1 0 0,1 0 0,0 0 0,0 0 0,0 0 0,0 0 0,0 0 0,0 1 0,0-1 0,1 0 0,-1 0 0,1 1 0,0-1 0,0 1 0,0 3 0,0 8 0,1 0 0,1 0 0,3 15 0,-2-14 0,17 95 0,26 170 0,-29-102 0,-16-169-1365,1-2-5461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0:21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24575,'906'-9'0,"-340"6"-1126,-548 3 887,-3 0-6587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0:25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53 24575,'207'-17'0,"-78"2"0,-90 13 0,-16 1 0,-1 0 0,1-2 0,29-7 0,-45 7 0,-1 2 0,-9 14 0,-82 236 0,65-177 0,4-12 0,-2-1 0,-44 96 0,62-155 0,0 1 0,0-1 0,-1 1 0,1-1 0,0 1 0,-1-1 0,1 1 0,0-1 0,-1 1 0,1-1 0,0 1 0,-1-1 0,1 1 0,-1-1 0,1 0 0,-1 1 0,1-1 0,-1 0 0,0 0 0,0 1 0,-6-7 0,-4-26 0,8 21 0,-2-2 0,-1 0 0,0 0 0,-1 1 0,0 0 0,-1 1 0,-12-13 0,-61-60 0,17 20 0,40 41-77,0 1-1,-38-26 1,33 26-1056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0:27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24575,'650'-19'0,"-641"18"0,10 1 0,-16 4 0,-8 6 0,-5 7 0,0-1 0,1 1 0,0 1 0,-10 33 0,-15 78 0,16-53 0,9-41 0,-58 188 0,67-223 0,-1 1 0,1 0 0,0 0 0,0-1 0,0 1 0,0 0 0,-1-1 0,1 1 0,0 0 0,-1-1 0,1 1 0,-1 0 0,1-1 0,-1 1 0,1-1 0,-1 1 0,1-1 0,-1 1 0,1-1 0,-1 1 0,0-1 0,1 1 0,-1-1 0,0 0 0,1 1 0,-1-1 0,0 0 0,0 0 0,1 0 0,-1 0 0,0 1 0,0-1 0,1 0 0,-1 0 0,0 0 0,0 0 0,1-1 0,-1 1 0,0 0 0,1 0 0,-1 0 0,0 0 0,0-1 0,1 1 0,-1 0 0,0-1 0,1 1 0,-1-1 0,1 1 0,-1-1 0,0 1 0,1-1 0,-1 1 0,1-1 0,-1 1 0,1-2 0,-6-4 0,1-1 0,-1 0 0,-6-14 0,10 18 0,-24-39 0,-1 1 0,-44-50 0,60 76 0,0 0 0,1 0 0,1-1 0,-13-32 0,13 26 0,-25-39 0,27 52 0,0 1 0,-1 1 0,0-1 0,0 1 0,-1 1 0,0 0 0,-10-6 0,-12-9 0,30 20-105,0 0 0,0 0 0,0 0 0,0 0 0,0-1 0,0 1 0,0 0 0,0-1 0,1 1 0,-1 0 0,0-1 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0:35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24575,'0'770'-1365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0:38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492 0 24575,'7'159'0,"-2"-105"0,-3-1 0,-2 1 0,-12 92 0,12-144 0,0-1 0,-1 0 0,1 1 0,-1-1 0,1 0 0,-1 0 0,0 0 0,0 1 0,1-1 0,-1 0 0,0 0 0,0 0 0,0 0 0,0-1 0,0 1 0,0 0 0,-1 0 0,1 0 0,0-1 0,0 1 0,0-1 0,-1 1 0,1-1 0,0 1 0,-1-1 0,1 0 0,0 0 0,-1 0 0,-1 0 0,-6 1 0,0-1 0,0-1 0,-13-1 0,8 0 0,-24-1 0,0-1 0,-1-3 0,2 0 0,-50-18 0,78 23 0,-1 0 0,1 0 0,-1 1 0,1 0 0,-1 1 0,0 0 0,-12 2 0,-11-1 0,32 0 0,0-1 0,-1 0 0,1 1 0,0-1 0,0 1 0,-1-1 0,1 1 0,0 0 0,0 0 0,0-1 0,0 1 0,0 0 0,0 0 0,0 0 0,0 0 0,0 0 0,0 0 0,1 0 0,-1 0 0,0 1 0,1-1 0,-1 0 0,1 0 0,-1 1 0,1-1 0,0 0 0,-1 0 0,1 1 0,0-1 0,0 2 0,-2 10 0,1-1 0,1 17 0,-1-17 0,0 189 0,-3 45 0,3-167 0,-2 35 0,3-113 0,0 0 0,0-1 0,0 1 0,0 0 0,1 0 0,-1-1 0,0 1 0,0 0 0,1-1 0,-1 1 0,0 0 0,1-1 0,-1 1 0,1 0 0,-1-1 0,1 1 0,-1-1 0,1 1 0,-1-1 0,1 1 0,-1-1 0,1 1 0,0-1 0,-1 0 0,1 1 0,0-1 0,-1 0 0,1 0 0,0 1 0,0-1 0,-1 0 0,1 0 0,0 0 0,0 0 0,-1 0 0,2 0 0,35 0 0,-28 0 0,472-1 0,-479 1 0,-1 0 0,1 0 0,0 0 0,-1 1 0,1-1 0,-1 0 0,1 1 0,-1-1 0,1 1 0,-1-1 0,1 1 0,-1 0 0,0-1 0,1 1 0,-1 0 0,0 0 0,0 0 0,0 0 0,1 0 0,-1 1 0,0-1 0,0 0 0,-1 0 0,1 1 0,0-1 0,0 0 0,-1 1 0,1-1 0,0 1 0,-1-1 0,0 1 0,1-1 0,-1 1 0,0-1 0,0 3 0,1 6 0,-2 1 0,1-1 0,-1 0 0,-4 16 0,1-3 0,-12 195 0,6-51 0,-18 344 0,23-380-1365,5-120-5461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0:39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24575,'0'1'0,"1"0"0,-1-1 0,0 1 0,0-1 0,1 1 0,-1-1 0,1 1 0,-1-1 0,0 1 0,1-1 0,-1 1 0,1-1 0,-1 1 0,1-1 0,-1 0 0,1 1 0,0-1 0,-1 0 0,1 0 0,-1 1 0,1-1 0,0 0 0,-1 0 0,1 0 0,0 0 0,-1 0 0,1 1 0,0-2 0,24 3 0,-21-1 0,57 4 0,43 1 0,51 6 0,-153-13 0,-1 1 0,1 0 0,0 0 0,0 1 0,-1-1 0,1 0 0,0 0 0,0 1 0,-1-1 0,1 1 0,-1 0 0,1-1 0,0 1 0,-1 0 0,1 0 0,-1 0 0,1 0 0,-1 0 0,0 0 0,0 0 0,1 1 0,0 1 0,0 1 0,-1-1 0,1 1 0,-1 0 0,0-1 0,-1 1 0,1 0 0,-1 0 0,0 0 0,0 6 0,-3 288-1365,3-290-5461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0:41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0 24575,'-13'0'0,"0"1"0,0 0 0,0 1 0,0 0 0,-24 9 0,32-9 0,-1 0 0,1 0 0,0 1 0,0-1 0,0 2 0,0-1 0,1 0 0,-1 1 0,1 0 0,0 0 0,0 0 0,0 0 0,0 1 0,1 0 0,-5 8 0,6-9 0,0 0 0,0 1 0,1-1 0,0 0 0,0 1 0,-1 5 0,2-8 0,0-1 0,0 1 0,0 0 0,0-1 0,0 1 0,0-1 0,1 1 0,-1 0 0,0-1 0,1 1 0,-1-1 0,1 1 0,0-1 0,-1 1 0,1-1 0,0 0 0,0 1 0,0-1 0,0 0 0,2 2 0,20 16 0,87 66 0,-78-74-1365,-26-9-5461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0:43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24575,'4'0'0,"-1"1"0,1-1 0,0 1 0,-1 0 0,1 1 0,-1-1 0,1 1 0,4 2 0,19 7 0,1-7 0,1-1 0,-1-1 0,1-1 0,50-6 0,20 0 0,140-1 0,-169 6-1365,-63 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0:43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4:04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30 360 24250,'-30'-360'0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4:06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24575,'221'-1'0,"234"2"0,-346 9 133,-30-2-1631,-69-8-5328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39:24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2063 427 24575,'-15'235'0,"0"10"0,0 60 0,2-132 0,11 208 0,3-200 0,10 255 0,-4-65 0,2-198 0,-5-119 0,-2-29 0,1 26 0,-4-50 0,1 0 0,-1 0 0,1 0 0,-1 0 0,1 0 0,-1 0 0,0 0 0,1 0 0,-1-1 0,0 1 0,0 0 0,0 0 0,1-1 0,-1 1 0,0 0 0,0-1 0,0 1 0,0-1 0,0 1 0,0-1 0,-1 0 0,1 1 0,0-1 0,0 0 0,-1 0 0,-35 5 0,31-4 0,-362 5 0,220-8 0,-207-2 0,-307 5 0,309 25 0,285-22 0,67-4 0,0-1 0,-1 1 0,1-1 0,0 1 0,0-1 0,0 1 0,0-1 0,1 1 0,-1-1 0,0 0 0,0 0 0,0 0 0,0 1 0,1-1 0,-1 0 0,0 0 0,1 0 0,-1 0 0,1 0 0,-1 0 0,1 0 0,-1 0 0,1 0 0,0-1 0,0 1 0,-1 0 0,1 0 0,0 0 0,0 0 0,0-2 0,0-41 0,0 38 0,28-233 0,-5 48 0,-4-341 0,-17 339 0,-1 131 0,37-689 0,-1 68 0,-35 623 0,0-245 0,-1 304 0,-1 0 0,0 1 0,0-1 0,1 0 0,-1 0 0,1 0 0,-1 0 0,1 1 0,-1-1 0,1 0 0,-1 0 0,1 1 0,0-1 0,-1 1 0,1-1 0,0 0 0,-1 1 0,1-1 0,0 1 0,0-1 0,0 1 0,-1 0 0,1-1 0,0 1 0,0 0 0,0 0 0,0 0 0,0-1 0,0 1 0,0 0 0,0 0 0,-1 0 0,1 0 0,0 1 0,2-1 0,43 5 0,-34-3 0,452 15 0,-120-11 0,-207 6 0,51 2 0,-138-11 0,-1 2 0,-1 2 0,1 3 0,-2 1 0,49 19 0,-76-23 0,0-1 0,0 0 0,1-2 0,-1-1 0,1 0 0,0-1 0,-1-2 0,1 0 0,0-1 0,27-5 0,-37 4 0,-1 1 0,1 0 0,-1 0 0,1 1 0,-1 1 0,1 0 0,-1 0 0,1 1 0,-1 1 0,20 6 0,-29-8 0,0 0 0,-1 0 0,1-1 0,0 1 0,0 0 0,-1 0 0,1 0 0,-1 0 0,1 0 0,-1 0 0,1 0 0,-1 0 0,1 0 0,-1 1 0,0-1 0,0 0 0,1 0 0,-1 0 0,0 0 0,0 2 0,-2 30 0,2-20 0,6 64 0,-4-59 0,0 0 0,-1 0 0,-1 0 0,-2 22 0,-1-20-120,-3 17-502,-1 57-1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39:25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59 24575,'0'15'0,"1"-1"0,1 1 0,0-1 0,1 0 0,0 0 0,1 0 0,1 0 0,8 16 0,-7-14 0,-4-8 0,1-1 0,0 0 0,1 0 0,7 12 0,-10-17 0,0-1 0,0 0 0,0 0 0,0 1 0,0-1 0,1 0 0,-1 0 0,0 0 0,1 0 0,-1 0 0,1-1 0,-1 1 0,1 0 0,-1-1 0,1 1 0,-1-1 0,1 1 0,0-1 0,-1 0 0,1 0 0,0 0 0,-1 0 0,1 0 0,0 0 0,-1 0 0,1 0 0,3-1 0,-2-2 0,0 1 0,-1 0 0,1 0 0,0-1 0,-1 0 0,1 1 0,-1-1 0,0 0 0,0 0 0,0 0 0,0 0 0,0-1 0,1-5 0,5-6 0,6-6 0,-1-1 0,-1 0 0,-1-1 0,-1 0 0,-1-1 0,11-47 0,-16 54-1365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39:26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24575,'1'43'0,"0"-11"0,-4 33 0,1-54 0,2-8 0,-1 1 0,1 0 0,-1-1 0,1 1 0,0-1 0,1 6 0,-1-8 0,1 0 0,-1 0 0,0 0 0,1 0 0,-1-1 0,1 1 0,-1 0 0,1 0 0,-1-1 0,1 1 0,0 0 0,-1 0 0,1-1 0,0 1 0,-1-1 0,1 1 0,0-1 0,0 1 0,-1-1 0,1 1 0,0-1 0,0 0 0,0 1 0,0-1 0,0 0 0,0 0 0,0 0 0,-1 0 0,1 0 0,2 0 0,114 1 0,-19-2 0,-55 3-1365,-28-2-5461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39:26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24575,'0'2'0,"0"5"0,0 8 0,-2 8 0,-1 7 0,0 10 0,-2 8 0,1 6 0,1 1 0,1-3 0,0-8 0,2-10 0,0-11-8191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0:11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23380,'700'18'0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0:11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4:18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0 719 24575,'9'-136'0,"-4"-114"0,-7 142 0,2-116-1365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4:21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9 24575,'-1'1'0,"6"3"0,8 1 0,20-2 0,0-1 0,47-4 0,-15 0 0,10 3 0,-10 1 0,1-4 0,110-15 0,-164 13-1365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4:22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99 24575,'1'9'0,"0"1"0,1-1 0,0 0 0,1 0 0,5 12 0,1 6 0,7 51 0,-11-52 0,9 33 0,-14-59 0,0 0 0,0 1 0,0-1 0,0 0 0,0 1 0,0-1 0,0 0 0,0 0 0,1 1 0,-1-1 0,0 0 0,0 0 0,0 1 0,0-1 0,1 0 0,-1 0 0,0 1 0,0-1 0,0 0 0,1 0 0,-1 0 0,0 1 0,1-1 0,-1 0 0,0 0 0,0 0 0,1 0 0,-1 0 0,0 0 0,1 0 0,-1 0 0,0 0 0,0 0 0,1 0 0,-1 0 0,0 0 0,1 0 0,-1 0 0,0 0 0,1 0 0,-1 0 0,14-12 0,7-18 0,1-13 0,26-66 0,9-20 0,-40 99-1365,-11 21-5461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4:22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24575,'0'2'0,"0"2"0,0 1 0,0 2 0,0 3 0,0 3 0,0 1 0,0 1 0,0-1 0,0-4-8191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4:24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24575,'4'-2'0,"0"-1"0,0 1 0,0 0 0,1 0 0,-1 0 0,1 0 0,-1 1 0,1 0 0,-1 0 0,1 0 0,0 0 0,-1 1 0,1 0 0,0 0 0,0 0 0,-1 1 0,1-1 0,0 1 0,6 2 0,-10-2 0,0 0 0,0 0 0,0 0 0,0 0 0,0 0 0,-1 0 0,1 0 0,0 0 0,0 0 0,-1 1 0,1-1 0,-1 0 0,1 0 0,-1 1 0,0-1 0,1 0 0,-1 1 0,0-1 0,0 0 0,0 1 0,0-1 0,0 2 0,-3 37 0,3-34 0,-1-5 0,0 1 0,1-1 0,-1 1 0,0-1 0,0 1 0,0-1 0,-1 0 0,1 1 0,0-1 0,0 0 0,-1 0 0,1 0 0,0 0 0,-1 0 0,1 0 0,-1 0 0,0-1 0,1 1 0,-3 0 0,-34 10 0,32-10-1365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4:24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24575,'0'171'-1365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4:26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24575,'1'-1'0,"1"1"0,0 0 0,0-1 0,-1 1 0,1-1 0,-1 0 0,1 0 0,0 1 0,-1-1 0,2-2 0,-1 2 0,0 0 0,0 0 0,0 0 0,0 0 0,-1 0 0,1 0 0,0 0 0,1 1 0,2-1 0,-1 0 0,0 1 0,0 0 0,0 0 0,0 0 0,0 0 0,-1 1 0,1-1 0,7 3 0,-9-2 0,-1 0 0,0 0 0,1 1 0,-1-1 0,1 0 0,-1 1 0,0-1 0,0 0 0,0 1 0,0-1 0,0 1 0,0 0 0,0-1 0,-1 1 0,1 0 0,-1 0 0,1-1 0,-1 1 0,1 0 0,-1 3 0,2 8 0,0 0 0,0 1 0,-2 16 0,0-27 0,0 0 0,0 0 0,0 0 0,-1 0 0,1 0 0,-1 0 0,0 0 0,0 0 0,0 0 0,-1 0 0,1 0 0,0-1 0,-1 1 0,0-1 0,0 1 0,0-1 0,0 1 0,0-1 0,0 0 0,-5 3 0,4-3 16,-1-1-1,0 0 0,0 0 0,0 0 1,1 0-1,-1-1 0,-8 1 0,-13 2-1502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4:10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11 24575,'-1'5'0,"1"-1"0,-1 1 0,-1 0 0,1-1 0,-1 1 0,-2 4 0,-5 17 0,3-5 0,4-15 0,0 1 0,0-1 0,0 1 0,1 0 0,0-1 0,1 1 0,-1 0 0,1 0 0,0 0 0,1-1 0,1 8 0,-1-12 0,0 0 0,1 0 0,-1-1 0,1 1 0,-1 0 0,1-1 0,0 1 0,0-1 0,-1 0 0,1 1 0,0-1 0,0 0 0,0 0 0,0 0 0,1-1 0,-1 1 0,0 0 0,0-1 0,0 1 0,4-1 0,47 4 0,-52-4 0,4 0 0,-1 0 0,0 0 0,1-1 0,-1 1 0,0-1 0,0-1 0,0 1 0,0 0 0,0-1 0,0 0 0,0 0 0,0 0 0,0 0 0,-1-1 0,1 0 0,-1 1 0,0-1 0,0 0 0,0-1 0,0 1 0,-1 0 0,1-1 0,2-5 0,-1 1 0,0 0 0,-1 0 0,0 0 0,0 0 0,-1-1 0,0 0 0,0 1 0,-1-1 0,0 0 0,-1-14 0,0 22 0,0-1 0,0 1 0,0-1 0,0 1 0,0-1 0,0 1 0,-1-1 0,1 1 0,-1-1 0,1 1 0,-1-1 0,1 1 0,-1 0 0,0-1 0,1 1 0,-1 0 0,0-1 0,-2-1 0,0 2 0,1 0 0,-1 0 0,1 0 0,-1 0 0,1 1 0,-1-1 0,1 1 0,-1 0 0,-4-1 0,1 1 0,-35-7-12,32 5-157,-1 0-1,1 0 1,0 1 0,-1 1 0,1 0 0,0 0 0,-10 1 0,14 1-6657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4:10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4:12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24575,'19'1'0,"0"1"0,30 7 0,-28-5 0,35 4 0,-28-7 0,304 9 0,70-10-1365,-394 0-5461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14:14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17 24575,'-41'-12'0,"35"12"0,0 0 0,1-1 0,0 2 0,-1-1 0,1 0 0,0 1 0,-9 2 0,12-2 0,0 0 0,0 0 0,1 0 0,-1 0 0,0 1 0,0-1 0,1 0 0,-1 1 0,1-1 0,-1 1 0,1 0 0,0-1 0,0 1 0,0 0 0,0 0 0,0 0 0,0 0 0,0 0 0,0 4 0,-2 4 0,0 0 0,1 1 0,-1 15 0,3-22 0,-1 0 0,1-1 0,0 1 0,1 0 0,-1 0 0,1 0 0,-1-1 0,1 1 0,0 0 0,0-1 0,1 1 0,-1-1 0,3 4 0,-3-5 0,1-1 0,-1 0 0,0 0 0,1 0 0,-1 0 0,1 0 0,0-1 0,-1 1 0,1 0 0,0-1 0,-1 1 0,1-1 0,3 1 0,30 2 0,-17-2 0,4 3 0,-10-2 0,1 0 0,-1-1 0,14 0 0,-24-2 0,0 1 0,1-1 0,-1 0 0,0 0 0,0 0 0,0 0 0,-1 0 0,1-1 0,0 1 0,0 0 0,-1-1 0,1 0 0,-1 1 0,1-1 0,-1 0 0,0 0 0,1 0 0,-1 1 0,0-1 0,0-1 0,0-1 0,3-4 0,-1 1 0,-1-1 0,1 0 0,1-12 0,-3 14 0,-1 2 0,1 1 0,-1-1 0,1 0 0,-1 0 0,0 0 0,-1-7 0,0 10 0,0-1 0,1 1 0,-1-1 0,0 1 0,0-1 0,0 1 0,0 0 0,0-1 0,0 1 0,0 0 0,0 0 0,-1 0 0,1 0 0,0 0 0,-1 0 0,1 0 0,-1 0 0,-2 0 0,-12-7-108,7 3-102,1 1 1,-1 0-1,0 1 1,0-1-1,-15-2 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09:54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24575,'1'1'0,"-1"-1"0,1 1 0,-1-1 0,1 1 0,-1-1 0,1 1 0,0-1 0,-1 0 0,1 1 0,0-1 0,-1 0 0,1 0 0,0 1 0,0-1 0,-1 0 0,1 0 0,0 0 0,0 0 0,-1 0 0,2 0 0,21 0 0,-21 0 0,51 1 0,334-3 0,-158-15 0,-208 16 0,38-9 0,-41 6 0,0 0 0,0 2 0,20 0 0,79 2-1365,-111 0-5461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09:54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09:59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11 104 24575,'-2'3'0,"1"0"0,0 0 0,0 0 0,0 0 0,1 0 0,-1 1 0,1-1 0,-1 5 0,1-5 0,-1 3 0,0 0 0,1 0 0,0 0 0,0 0 0,0 0 0,1 0 0,0-1 0,0 1 0,0 0 0,1 0 0,3 7 0,-3-8 0,1-1 0,0 0 0,0 0 0,0 0 0,0 0 0,0-1 0,1 1 0,-1-1 0,1 0 0,0 0 0,0 0 0,0-1 0,1 0 0,6 4 0,-7-5 0,0 1 0,1 0 0,-1-1 0,0 0 0,1 0 0,0 0 0,-1 0 0,1-1 0,-1 0 0,1 0 0,0 0 0,-1-1 0,1 1 0,-1-1 0,10-3 0,-8 1 0,1 1 0,-1-2 0,0 1 0,0-1 0,0 0 0,-1 0 0,0-1 0,1 0 0,7-9 0,-4 2 0,0 0 0,0-1 0,-1-1 0,-1 1 0,0-1 0,-1 0 0,0-1 0,6-28 0,-10 36 0,-1 0 0,0 1 0,-1-1 0,0 0 0,0-13 0,0 19 0,-1 0 0,1 0 0,0 0 0,0 0 0,-1 0 0,1 0 0,0 0 0,-1 0 0,1 0 0,-1 0 0,1 0 0,-1 0 0,0 0 0,1 0 0,-1 1 0,0-1 0,0 0 0,1 0 0,-1 1 0,0-1 0,0 1 0,0-1 0,0 0 0,0 1 0,0 0 0,0-1 0,0 1 0,0 0 0,0-1 0,0 1 0,0 0 0,0 0 0,0 0 0,0 0 0,-1 0 0,1 0 0,0 0 0,0 0 0,0 0 0,0 1 0,0-1 0,0 0 0,0 1 0,-1 0 0,-2 1 0,0 0 0,0 0 0,0 0 0,0 0 0,1 1 0,-1 0 0,1 0 0,0 0 0,0 0 0,0 0 0,0 0 0,1 1 0,-1-1 0,1 1 0,0 0 0,-2 5 0,0 0 0,0 0 0,1 0 0,0 0 0,0 1 0,1-1 0,-1 13 0,2-19 0,1 1 0,-1 0 0,1 0 0,0 0 0,0 0 0,0-1 0,1 1 0,-1 0 0,1 0 0,0 0 0,0-1 0,0 1 0,0 0 0,1-1 0,0 1 0,0-1 0,0 0 0,0 0 0,0 0 0,0 0 0,1 0 0,0 0 0,-1 0 0,1-1 0,0 1 0,0-1 0,1 0 0,-1 0 0,7 3 0,-3-1 0,4 2 0,0 0 0,1-1 0,19 7 0,-27-11 0,0 0 0,0-1 0,-1 1 0,1-1 0,0 0 0,0 0 0,0 0 0,0 0 0,-1-1 0,1 0 0,0 1 0,0-1 0,-1-1 0,1 1 0,-1 0 0,6-4 0,-1 1 0,-1-1 0,0 0 0,0 0 0,-1-1 0,1 0 0,-1 0 0,-1 0 0,1-1 0,-1 1 0,0-2 0,0 1 0,-1 0 0,0-1 0,0 0 0,-1 0 0,0 0 0,-1 0 0,0 0 0,0-1 0,0 1 0,-1-1 0,0 1 0,-1-11 0,1 5 0,-1 9 0,1-1 0,-1 1 0,0 0 0,0-1 0,-1 1 0,-2-10 0,3 15 0,0 0 0,0 0 0,0-1 0,0 1 0,0 0 0,0 0 0,0 0 0,0-1 0,0 1 0,0 0 0,-1 0 0,1 0 0,0 0 0,0-1 0,0 1 0,0 0 0,0 0 0,-1 0 0,1 0 0,0 0 0,0-1 0,0 1 0,0 0 0,-1 0 0,1 0 0,0 0 0,0 0 0,0 0 0,-1 0 0,1 0 0,0 0 0,0 0 0,0 0 0,-1 0 0,1 0 0,0 0 0,0 0 0,0 0 0,-1 0 0,1 0 0,0 0 0,0 0 0,-9 9 0,-2 13 0,7-5 0,1-1 0,1 1 0,1 0 0,0 0 0,1 0 0,3 23 0,-3-38 0,0 0 0,1 0 0,-1 0 0,0 0 0,1 0 0,-1 0 0,1 0 0,0 0 0,0-1 0,0 1 0,0 0 0,0 0 0,0-1 0,0 1 0,0 0 0,0-1 0,1 0 0,-1 1 0,1-1 0,-1 0 0,1 1 0,0-1 0,-1 0 0,1 0 0,0 0 0,0-1 0,0 1 0,0 0 0,-1-1 0,1 1 0,0-1 0,3 1 0,3-1 0,0 1 0,-1-1 0,1-1 0,0 0 0,-1 0 0,15-4 0,-18 5 0,-1-1 0,0 0 0,1-1 0,-1 1 0,0 0 0,0-1 0,0 0 0,0 0 0,-1 0 0,4-2 0,-5 3 0,0 0 0,0 0 0,0-1 0,-1 1 0,1 0 0,0 0 0,-1-1 0,1 1 0,-1-1 0,1 1 0,-1 0 0,0-1 0,1 1 0,-1-1 0,0 1 0,0-1 0,0 1 0,0 0 0,0-1 0,-1 1 0,1-1 0,0 1 0,-1-1 0,1 1 0,-1 0 0,1-1 0,-2-1 0,1 1 0,0 1 0,0-1 0,-1 0 0,1 1 0,-1-1 0,1 1 0,-1 0 0,1-1 0,-1 1 0,0 0 0,0 0 0,-2-1 0,-1-3 0,25 4 0,145 3 0,225-4 0,-206-14-1365,-174 15-5461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0:00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24575,'11'128'0,"-11"188"-1365,0-303-5461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0:00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0:01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 24575,'59'-3'0,"0"-3"0,83-18 0,-82 12 0,1 2 0,67-1 0,-59 12-1365,-63-1-5461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0:02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24575,'13'-5'0,"0"0"0,0 0 0,0 2 0,1 0 0,20-3 0,74 0 0,-79 5 0,502 4-1365,-513-2-5461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0:02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24575,'1'4'0,"-1"0"0,1-1 0,0 1 0,0 0 0,0-1 0,3 5 0,4 13 0,9 54-273,-3 0 0,-3 1 0,-4 1 0,-2 85 0,-5-155-6553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0:03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93 24575,'290'6'0,"610"-21"0,-383-22 0,-374 23 0,158 3 0,-228 10 0,214-7 0,109-1 0,-361 9-89,80-2-1187,-102 1-5550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0:05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24575,'0'177'-1365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0:05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0:08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24575,'0'1'0,"0"1"0,0 1 0,0 2 0,0 0 0,0 1 0,0 0 0,0 0 0,0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0:08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0:16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690 7 24575,'-151'-3'0,"68"-1"0,0 4 0,-120 16 0,186-14 0,1-1 0,-30-2 0,30 0 0,-1 1 0,-23 2 0,39-1 0,0-1 0,0 0 0,0 1 0,0-1 0,0 1 0,0 0 0,1-1 0,-1 1 0,0-1 0,0 1 0,1 0 0,-1 0 0,0-1 0,1 1 0,-1 0 0,1 0 0,-1 0 0,1 0 0,0 0 0,-1 0 0,1 0 0,0 0 0,-1-1 0,1 1 0,0 0 0,0 0 0,0 2 0,-1 32 0,1-27 0,0 104 0,10 275 0,0-293 0,13 238 0,-17 343 0,-12-474 0,0 14 0,-3-140 0,9-74 0,0 0 0,0 0 0,0-1 0,0 1 0,0 0 0,1 0 0,-1-1 0,0 1 0,1 0 0,-1-1 0,0 1 0,1-1 0,-1 1 0,1 0 0,-1-1 0,1 1 0,-1-1 0,1 1 0,-1-1 0,1 1 0,0-1 0,-1 0 0,1 1 0,0-1 0,-1 0 0,1 1 0,0-1 0,-1 0 0,1 0 0,0 0 0,1 1 0,27 1 0,-22-1 0,254 24 0,52 2 0,-44-22-1365,-246-5-5461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0:16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0 24575,'2'3'0,"-1"-1"0,0 0 0,1 0 0,0-1 0,-1 1 0,1 0 0,0 0 0,0-1 0,0 1 0,0-1 0,2 2 0,0 0 0,10 5 0,-1 0 0,2-1 0,-1-1 0,1 0 0,0 0 0,0-2 0,25 5 0,-20-5 0,0 1 0,-1 1 0,36 17 0,-49-20 0,0 0 0,0 1 0,-1 0 0,0 0 0,0 0 0,6 7 0,-10-10 0,0 0 0,0-1 0,-1 1 0,1 0 0,0 0 0,-1 0 0,1 0 0,0 0 0,-1 0 0,1 1 0,-1-1 0,0 0 0,1 0 0,-1 0 0,0 0 0,0 1 0,0-1 0,0 0 0,0 0 0,0 0 0,0 1 0,0-1 0,0 0 0,0 0 0,-1 0 0,1 0 0,0 1 0,-1-1 0,1 0 0,-1 0 0,1 0 0,-1 0 0,0 0 0,0 0 0,1 0 0,-1 0 0,0 0 0,0-1 0,0 1 0,0 0 0,0 0 0,-1 0 0,-20 13 0,-27 13 0,-7 3 0,23-9 0,1 0 0,-1-1 0,-1-1 0,-67 25 0,92-42-1365,2 0-5461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0:18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24575,'14'1'0,"-1"0"0,1 2 0,-1 0 0,17 5 0,-1 0 0,32 7 0,177 53 0,-220-61 0,0 1 0,-1 1 0,0 0 0,0 1 0,15 13 0,-32-23 0,0 0 0,0 0 0,1 1 0,-1-1 0,0 0 0,0 0 0,0 0 0,0 1 0,0-1 0,0 0 0,0 0 0,1 0 0,-1 1 0,0-1 0,0 0 0,0 0 0,0 1 0,0-1 0,0 0 0,0 0 0,0 0 0,0 1 0,0-1 0,0 0 0,0 0 0,-1 1 0,1-1 0,0 0 0,0 0 0,0 0 0,0 1 0,0-1 0,0 0 0,0 0 0,-1 0 0,1 1 0,0-1 0,0 0 0,0 0 0,0 0 0,-1 0 0,1 0 0,0 1 0,0-1 0,0 0 0,-1 0 0,1 0 0,0 0 0,0 0 0,-1 0 0,1 0 0,0 0 0,-1 0 0,-15 6 0,13-5 0,-66 18 0,-63 22 0,118-35 0,1 0 0,0 1 0,0 0 0,0 0 0,1 2 0,0-1 0,-12 13 0,4 5 0,-2 2 0,17-23-1365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0:18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24575,'0'1'0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0:32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1296 0 24575,'-267'5'0,"-158"-3"0,-73-9-394,405 7-577,81 0-5855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0:58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0 24575,'-2'4'0,"1"-1"0,0 1 0,0 0 0,0-1 0,0 1 0,1 0 0,-1 0 0,1 0 0,0-1 0,0 1 0,1 6 0,0 4 0,-7 450 0,6-448 0,0-15 0,-1 1 0,1 0 0,0 0 0,-1 0 0,0 0 0,1 0 0,-1-1 0,0 1 0,0 0 0,0-1 0,0 1 0,0-1 0,0 1 0,-1-1 0,1 1 0,0-1 0,-2 1 0,-32 23 0,17-14 0,0 5 0,-1 0 0,2 1 0,0 0 0,1 2 0,1 0 0,1 1 0,-20 36 0,16-25-59,6-8-594,-26 34 0,32-49-6173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0:58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0:59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24575,'-6'377'-1365,"6"-371"-5461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05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 24575,'40'3'0,"-33"-2"0,0 0 0,0 0 0,0-1 0,-1 0 0,1 0 0,0 0 0,0-1 0,0 0 0,11-4 0,-3 0 0,1 1 0,-1 1 0,1 0 0,-1 1 0,32 1 0,-4-1 0,-43 2 0,1 0 0,-1 0 0,1 0 0,-1-1 0,1 1 0,-1 0 0,1 0 0,-1 0 0,1 0 0,-1 1 0,1-1 0,-1 0 0,1 0 0,-1 0 0,0 0 0,1 0 0,-1 1 0,1-1 0,-1 0 0,0 0 0,1 1 0,-1-1 0,1 0 0,-1 0 0,0 1 0,1-1 0,-1 1 0,0-1 0,0 0 0,1 1 0,-1-1 0,0 1 0,0-1 0,1 0 0,-1 1 0,0-1 0,0 1 0,0-1 0,0 1 0,0-1 0,0 1 0,0-1 0,0 1 0,0-1 0,0 1 0,0-1 0,0 0 0,0 1 0,0-1 0,0 1 0,-1-1 0,1 1 0,0-1 0,0 1 0,0-1 0,-1 0 0,0 1 0,-16 29 0,15-27 0,-42 58 0,-31 50 0,35-26 0,40-85 0,-1 0 0,1 0 0,0 0 0,0 0 0,0 0 0,0 0 0,0 0 0,0 0 0,0 1 0,0-1 0,0 0 0,0 0 0,0 0 0,0 0 0,0 0 0,0 0 0,0 0 0,0 0 0,-1 0 0,1 0 0,0 0 0,0 0 0,0 0 0,0 0 0,0 0 0,0 0 0,0 0 0,0 0 0,0 0 0,-1 0 0,1 0 0,0 0 0,0 0 0,0 0 0,0 0 0,0 0 0,0 0 0,0 0 0,0 0 0,0 0 0,-1 0 0,1 0 0,0 0 0,0 0 0,0 0 0,0 0 0,0 0 0,0 0 0,0 0 0,0 0 0,0 0 0,0 0 0,0 0 0,0-1 0,-1 1 0,1 0 0,0 0 0,0 0 0,0 0 0,0 0 0,0 0 0,0 0 0,0 0 0,0 0 0,0-1 0,-2-11 0,0-13 0,2 13 0,0 1 0,-1-1 0,-1 1 0,0-1 0,-1 1 0,0 0 0,0 0 0,-1 0 0,-1 0 0,0 1 0,0 0 0,-1 0 0,-9-13 0,-31-58 0,41 74-1365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07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24575,'1'0'0,"1"0"0,-1 1 0,0-1 0,0 0 0,0 1 0,1-1 0,-1 1 0,0 0 0,0-1 0,0 1 0,0 0 0,0 0 0,0-1 0,0 1 0,0 0 0,0 0 0,-1 0 0,1 0 0,0 2 0,15 25 0,-11-18 0,20 33 0,-13-24 0,-1 1 0,0 0 0,-2 1 0,13 39 0,-16-41 0,1 0 0,1 0 0,0-1 0,14 21 0,11 23 0,-21-38 0,1 0 0,1-1 0,0 0 0,2-1 0,1-1 0,28 27 0,-39-41 0,-1 1 0,0 0 0,0 1 0,0-1 0,-1 1 0,0 0 0,3 12 0,12 23 0,-9-26-12,-8-15-157,1 0 0,-1 1-1,0-1 1,0 1 0,-1 0 0,1 0 0,0 6 0,-1-4-6657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08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1 280 24575,'7'1'0,"1"0"0,0 1 0,-1 0 0,1 1 0,-1 0 0,8 3 0,0 1 0,-6-3 0,0 0 0,0 2 0,9 6 0,-11-7 0,0 0 0,1 0 0,-1-1 0,1 0 0,12 4 0,67 31 0,-43-25 0,-43-14 0,-1-1 0,1 1 0,-1 0 0,0 0 0,1-1 0,-1 1 0,1 0 0,-1-1 0,1 1 0,-1 0 0,0-1 0,1 1 0,-1-1 0,0 1 0,1-1 0,-1 1 0,0-1 0,1 1 0,-1-1 0,0 1 0,0-1 0,0 1 0,0-1 0,1 1 0,-1-1 0,0 1 0,0-1 0,0 1 0,0-1 0,0 0 0,1-23 0,-1 21 0,0-230 92,-1 108-1549,1 110-5369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08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24575,'0'-1'0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10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69 24575,'0'264'0,"-7"-543"0,7 276 0,0 1 0,1 0 0,-1 0 0,0 0 0,0-1 0,1 1 0,0 0 0,-1 0 0,1 0 0,0 0 0,0 0 0,0 0 0,0 0 0,0 0 0,0 0 0,1 1 0,-1-1 0,1 0 0,-1 1 0,1-1 0,0 1 0,0 0 0,-1-1 0,1 1 0,0 0 0,0 0 0,0 0 0,0 0 0,0 1 0,0-1 0,1 0 0,-1 1 0,0 0 0,0-1 0,0 1 0,0 0 0,1 0 0,-1 0 0,0 1 0,0-1 0,0 0 0,1 1 0,-1-1 0,0 1 0,2 1 0,-1 0 0,0 1 0,0 0 0,-1-1 0,1 1 0,-1 0 0,0 1 0,1-1 0,-2 0 0,1 1 0,3 6 0,3 7 0,-3-11 0,19 38 0,-23-42 0,0 1 0,0-1 0,0 1 0,0 0 0,0-1 0,-1 1 0,0 0 0,1 0 0,-1-1 0,0 1 0,0 0 0,0 0 0,-1-1 0,1 1 0,-2 3 0,1-4 0,0-1 0,0 0 0,0 0 0,0 0 0,0 0 0,0 0 0,0 0 0,-1 0 0,1 0 0,0-1 0,-1 1 0,1 0 0,-1-1 0,1 1 0,-1-1 0,1 1 0,-1-1 0,1 0 0,-1 0 0,-2 0 0,-36 2 0,33-2 0,2 0 0,2 0 0,0-1 0,0 1 0,-1 0 0,1 1 0,0-1 0,0 1 0,0-1 0,0 1 0,-1 0 0,1 0 0,-4 2 0,7-2 0,0-1 0,0 1 0,0-1 0,0 0 0,0 1 0,0-1 0,0 1 0,0-1 0,0 0 0,0 1 0,0-1 0,1 0 0,-1 1 0,0-1 0,0 0 0,0 1 0,1-1 0,-1 0 0,0 0 0,1 1 0,-1-1 0,0 0 0,0 0 0,1 1 0,-1-1 0,0 0 0,1 0 0,-1 0 0,0 0 0,1 1 0,0-1 0,14 8 0,-14-7 0,3 1 4,0 0 0,0 1 0,0-1 0,-1 1 1,1 0-1,-1 0 0,0 0 0,1 0 0,-1 1 0,-1-1 0,6 9 0,-4-2-72,1 0 1,-1 0-1,3 15 0,3 7-1075,-8-25-5683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13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74 24575,'0'1'0,"0"-1"0,1 1 0,-1 0 0,0-1 0,1 1 0,-1-1 0,1 1 0,-1 0 0,1-1 0,-1 1 0,1-1 0,0 0 0,-1 1 0,1-1 0,-1 1 0,1-1 0,0 0 0,-1 1 0,1-1 0,0 0 0,0 0 0,-1 0 0,1 1 0,0-1 0,-1 0 0,1 0 0,1 0 0,24 1 0,-23-1 0,4 0 0,-2 1 0,0-1 0,-1 0 0,1-1 0,0 1 0,0-1 0,7-2 0,-11 3 0,0-1 0,0 1 0,1-1 0,-1 0 0,0 0 0,0 1 0,0-1 0,0 0 0,0 0 0,0 0 0,0 0 0,-1 0 0,1 0 0,0-1 0,0 1 0,-1 0 0,1 0 0,-1 0 0,1-1 0,-1 1 0,1 0 0,-1-1 0,0 1 0,0 0 0,0-1 0,0 1 0,0 0 0,0-2 0,0 0 0,0 0 0,0 1 0,0-1 0,-1 0 0,1 0 0,-1 1 0,1-1 0,-1 0 0,0 1 0,0-1 0,-1 1 0,1-1 0,0 1 0,-2-3 0,2 4 0,0 1 0,0-1 0,0 0 0,0 0 0,0 1 0,0-1 0,0 1 0,0-1 0,0 1 0,0 0 0,-1-1 0,1 1 0,0 0 0,0 0 0,0-1 0,0 1 0,-1 0 0,1 0 0,0 1 0,0-1 0,0 0 0,0 0 0,-1 0 0,1 1 0,0-1 0,0 1 0,0-1 0,0 1 0,0-1 0,0 1 0,0-1 0,0 1 0,0 0 0,0 0 0,0 0 0,0 1 0,-4 2 0,1 1 0,-1-1 0,1 1 0,1 0 0,-1 1 0,1-1 0,0 1 0,0-1 0,0 1 0,1 0 0,-3 10 0,0 3 0,1 0 0,-3 28 0,8-46 0,-1 1 0,0-1 0,0 0 0,1 0 0,-1 0 0,1 0 0,-1 0 0,1 0 0,-1 0 0,1 0 0,0 0 0,0 0 0,-1 0 0,1 0 0,0 0 0,0 0 0,0-1 0,0 1 0,0 0 0,0 0 0,0-1 0,0 1 0,0-1 0,0 1 0,0-1 0,0 0 0,1 1 0,-1-1 0,0 0 0,0 0 0,2 0 0,41 5 0,-43-5 0,28 0-1365,-23-1-5461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14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24575,'-1'127'0,"2"129"0,0-246-1365,0-4-5461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17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59 24575,'0'-3'0,"1"0"0,0 0 0,0 0 0,0 1 0,0-1 0,0 0 0,0 1 0,1-1 0,-1 1 0,1 0 0,0-1 0,0 1 0,0 0 0,0 0 0,0 0 0,0 0 0,0 0 0,1 1 0,3-3 0,-4 3 0,-1 0 0,1 0 0,-1 0 0,1 0 0,0 0 0,-1 0 0,1 1 0,0-1 0,-1 1 0,1-1 0,0 1 0,0 0 0,0-1 0,0 1 0,-1 0 0,1 0 0,0 0 0,0 1 0,0-1 0,0 0 0,-1 1 0,1-1 0,0 1 0,0-1 0,-1 1 0,1 0 0,-1 0 0,1 0 0,0 0 0,2 2 0,1 4 0,0-1 0,-1 1 0,0 0 0,0 0 0,-1 1 0,0-1 0,0 1 0,3 14 0,-5-19 0,0 1 0,0-1 0,-1 1 0,0 0 0,0 0 0,0-1 0,0 1 0,0 0 0,-1-1 0,1 1 0,-1 0 0,0-1 0,0 1 0,-1-1 0,1 1 0,-1-1 0,1 0 0,-1 1 0,0-1 0,0 0 0,-4 3 0,3-4-15,0 0 0,-1 0-1,1 0 1,-1-1 0,1 0 0,-1 0-1,1 0 1,-1 0 0,0 0-1,0-1 1,1 1 0,-1-1 0,0 0-1,0-1 1,-7 0 0,-4 0-1106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18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24575,'0'375'-1365,"0"-369"-5461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20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33 24575,'0'0'0,"0"0"0,0 0 0,0-1 0,0 1 0,0 0 0,0 0 0,0 0 0,0 0 0,0 0 0,0-1 0,0 1 0,0 0 0,0 0 0,0 0 0,0 0 0,0 0 0,0-1 0,-1 1 0,1 0 0,0 0 0,0 0 0,0 0 0,0 0 0,0 0 0,0 0 0,0-1 0,-1 1 0,1 0 0,0 0 0,0 0 0,0 0 0,0 0 0,0 0 0,0 0 0,-1 0 0,1 0 0,0 0 0,0 0 0,0 0 0,0 0 0,0 0 0,-1 0 0,1 0 0,-9 3 0,-6 8 0,11-5 0,-1-1 0,1 1 0,0 0 0,0 0 0,1 0 0,0 0 0,0 0 0,0 1 0,1 0 0,0-1 0,0 1 0,0 0 0,1 0 0,0 0 0,1 0 0,0 0 0,0 10 0,0-17 0,0 1 0,0-1 0,0 1 0,1-1 0,-1 1 0,0-1 0,0 1 0,0-1 0,0 1 0,1-1 0,-1 1 0,0-1 0,1 1 0,-1-1 0,0 1 0,1-1 0,-1 0 0,0 1 0,1-1 0,-1 1 0,1-1 0,-1 0 0,1 0 0,-1 1 0,0-1 0,1 0 0,-1 0 0,2 1 0,16-3 0,-14 1 0,0 0 0,-1-1 0,1 1 0,0-1 0,-1 0 0,1 0 0,3-3 0,-4 1 0,0 0 0,0 0 0,0 1 0,-1-2 0,1 1 0,-1 0 0,0 0 0,0-1 0,-1 1 0,2-7 0,7-50 0,-3 11 0,-8 63 0,0-1 0,3 23 0,-1 0 0,-1-29 0,0 1 0,0-1 0,1 1 0,0-1 0,3 12 0,-3-16 0,0 1 0,0-1 0,0 0 0,0 0 0,0 0 0,1 0 0,-1 0 0,1-1 0,-1 1 0,1 0 0,0-1 0,0 1 0,-1-1 0,1 1 0,0-1 0,0 0 0,0 0 0,1 0 0,2 1 0,4 3-1365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20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21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24575,'-2'1'0,"0"-1"0,-1 1 0,1-1 0,0 1 0,0 0 0,1 0 0,-1 0 0,0 0 0,0 0 0,0 0 0,1 0 0,-1 1 0,0-1 0,1 1 0,-1-1 0,1 1 0,0 0 0,-1-1 0,1 1 0,0 0 0,0 0 0,0 0 0,1 0 0,-1 0 0,0 0 0,1 0 0,-1 2 0,-3 9 0,1-1 0,1 1 0,-1 14 0,3-24 5,0-1 0,0 0 0,0 1 0,1-1 0,-1 0 0,1 1 0,-1-1 0,1 0 0,0 0 0,0 0 0,0 0 0,0 0 0,0 0 0,1 0 0,-1 0 0,0 0 0,1 0 0,0-1 0,-1 1 0,1 0 0,0-1 0,0 0 0,2 2 0,-1-1-129,1 0 0,0 0 1,0 0-1,0 0 0,0-1 0,0 1 1,0-1-1,0 0 0,0-1 0,0 1 1,8-1-1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21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24575,'1'0'0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23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97 24575,'6'0'0,"-1"-1"0,0 1 0,0-1 0,0 0 0,0 0 0,0-1 0,0 0 0,0 0 0,0 0 0,-1 0 0,9-6 0,-10 6 0,0 0 0,0-1 0,0 1 0,-1-1 0,1 0 0,-1 0 0,1 0 0,-1 0 0,0 0 0,0 0 0,0-1 0,-1 1 0,1-1 0,-1 1 0,0-1 0,0 0 0,1-4 0,-2 8 0,0-1 0,0 1 0,0-1 0,0 1 0,0-1 0,0 1 0,0-1 0,0 1 0,-1-1 0,1 1 0,0 0 0,0-1 0,0 1 0,0-1 0,-1 1 0,1-1 0,0 1 0,-1 0 0,1-1 0,0 1 0,-1 0 0,1-1 0,0 1 0,-1 0 0,1 0 0,0-1 0,-1 1 0,1 0 0,-1-1 0,-19-2 0,17 3 0,0 0 0,0 1 0,0-1 0,0 0 0,0 1 0,0 0 0,0 0 0,1 0 0,-1 0 0,-5 3 0,4 0 0,0 0 0,1 1 0,0 0 0,0 0 0,0-1 0,0 2 0,1-1 0,-1 0 0,1 1 0,1-1 0,-1 1 0,0 7 0,0-3 0,1 0 0,0 1 0,1-1 0,0 0 0,1 1 0,2 9 0,-2-18 0,-1 0 0,1 0 0,0-1 0,0 1 0,0-1 0,0 1 0,0-1 0,0 1 0,1-1 0,-1 0 0,0 1 0,1-1 0,-1 0 0,1 0 0,-1 0 0,1 0 0,0 0 0,-1 0 0,1-1 0,0 1 0,0 0 0,-1-1 0,1 0 0,0 1 0,3-1 0,8 2 0,0-1 0,20-1 0,-24 0 0,15 0-1365,-18 0-5461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24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24575,'1'1'0,"-1"-1"0,1 1 0,0-1 0,-1 0 0,1 1 0,0 0 0,-1-1 0,1 1 0,-1-1 0,1 1 0,-1 0 0,1-1 0,-1 1 0,0 0 0,1-1 0,-1 1 0,0 0 0,1 0 0,-1 0 0,0-1 0,0 1 0,0 0 0,0 1 0,5 24 0,-4-21 0,3 32 0,6 30 0,-10-67 0,0 1 0,0-1 0,0 0 0,0 0 0,0 0 0,1 0 0,-1 1 0,0-1 0,0 0 0,0 0 0,0 0 0,0 0 0,0 0 0,0 1 0,0-1 0,0 0 0,0 0 0,0 0 0,0 0 0,1 0 0,-1 0 0,0 1 0,0-1 0,0 0 0,0 0 0,0 0 0,0 0 0,1 0 0,-1 0 0,0 0 0,0 0 0,0 0 0,0 0 0,0 0 0,1 0 0,-1 0 0,0 0 0,0 0 0,0 0 0,0 0 0,1 0 0,-1 0 0,0 0 0,0 0 0,0 0 0,0 0 0,1 0 0,-1 0 0,0 0 0,0 0 0,0 0 0,0 0 0,9-11 0,5-14 0,-1-6 0,-10 20 0,2 0 0,-1 1 0,11-17 0,-15 26 0,1 1 0,-1-1 0,0 1 0,0-1 0,1 1 0,-1-1 0,0 1 0,1 0 0,-1-1 0,1 1 0,-1-1 0,0 1 0,1 0 0,-1-1 0,1 1 0,-1 0 0,1-1 0,-1 1 0,1 0 0,-1 0 0,1 0 0,0-1 0,-1 1 0,1 0 0,-1 0 0,1 0 0,-1 0 0,2 0 0,-1 1 0,-1-1 0,1 1 0,-1-1 0,1 1 0,0 0 0,-1-1 0,1 1 0,-1 0 0,0 0 0,1-1 0,-1 1 0,0 0 0,1 0 0,-1 0 0,0-1 0,0 2 0,3 36 0,-8 56 0,4-101 0,2 0 0,-1-1 0,1 1 0,0 0 0,1 0 0,0 0 0,0 1 0,0-1 0,1 0 0,0 1 0,0-1 0,0 1 0,1 0 0,9-11 0,-11 16-136,0-1-1,0 1 1,0 0-1,0 0 1,0 0-1,0 0 1,0 0-1,0 1 0,4-1 1,0-1-6690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25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24575,'2'0'0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26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1 24575,'-37'87'0,"4"-10"0,-4 9 0,21-47 0,-22 40 0,6-28-65,21-34-151,0 1-1,0 0 0,2 1 0,0 0 1,-10 35-1,18-49-6609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28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24575,'6'229'0,"-6"-102"-1365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29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 24575,'1'0'0,"2"0"0,3 0 0,3 0 0,1 0 0,2 0 0,2 0 0,3-2 0,1-2 0,0-2 0,-2-1 0,-3 0 0,-2 1 0,-4 1-8191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29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24575,'6'294'-1365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31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24575,'0'33'-117,"-5"119"-1131,4-144-5578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32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32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24575,'1'0'0,"3"0"0,1 0 0,6 0 0,2 0 0,4 0 0,0 0 0,-1 0 0,-2 0 0,-4 0-8191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35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24575,'166'-4'0,"-165"4"0,-1 0 0,0 0 0,0 0 0,1 0 0,-1 0 0,0 0 0,1 0 0,-1 0 0,0 0 0,0 0 0,1 0 0,-1 0 0,0 0 0,1 0 0,-1 0 0,0 0 0,0 1 0,1-1 0,-1 0 0,0 0 0,0 0 0,1 0 0,-1 1 0,0-1 0,0 0 0,0 0 0,1 1 0,-1-1 0,0 0 0,0 0 0,0 1 0,0-1 0,0 0 0,1 1 0,-3 12 0,-10 12 0,11-25 0,-21 39 0,11-24 0,1 1 0,1 0 0,1 1 0,0 0 0,1 0 0,-8 31 0,12-34 0,0-1 0,-1 1 0,-1-1 0,0 0 0,-1 0 0,-15 23 0,14-24 0,7-12 0,0 0 0,0 0 0,-1 0 0,1 0 0,0 1 0,0-1 0,0 0 0,0 0 0,0 0 0,-1 1 0,1-1 0,0 0 0,0 0 0,0 1 0,0-1 0,0 0 0,0 0 0,0 1 0,0-1 0,0 0 0,0 0 0,0 1 0,0-1 0,0 0 0,0 0 0,0 1 0,0-1 0,0 0 0,0 0 0,0 0 0,0 1 0,1-1 0,-1 0 0,0 0 0,0 0 0,0 1 0,0-1 0,0 0 0,1 0 0,-1 0 0,0 1 0,1-1 0,12-1 0,14-8 0,-10 4 0,-1 0 0,1 1 0,33-3 0,-6 1-1365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42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14 24575,'-27'-7'0,"-1"0"0,27 7 0,0 0 0,-1 1 0,1-1 0,0 0 0,0 0 0,-1 1 0,1-1 0,0 0 0,0 1 0,0-1 0,-1 1 0,1 0 0,0-1 0,0 1 0,0 0 0,0 0 0,0 0 0,0 0 0,0 0 0,-1 1 0,-26 44 0,21-33 0,0-1 0,-12 14 0,11-16 0,0-1 0,0 1 0,1 0 0,1 1 0,0 0 0,0 0 0,1 0 0,0 1 0,1 0 0,1-1 0,0 1 0,0 1 0,1-1 0,0 0 0,1 18 0,1-12 0,-1-12 0,1 1 0,0-1 0,0 1 0,2 7 0,-2-12 0,1-1 0,-1 1 0,1-1 0,-1 1 0,1-1 0,0 1 0,-1-1 0,1 0 0,0 0 0,0 1 0,0-1 0,0 0 0,0 0 0,0 0 0,0 0 0,0 0 0,1 0 0,-1 0 0,0 0 0,0-1 0,1 1 0,-1 0 0,2 0 0,1 0 0,-1 1 0,1-1 0,-1 0 0,1 0 0,0 0 0,-1-1 0,1 1 0,0-1 0,0 0 0,0 0 0,-1 0 0,1 0 0,0-1 0,0 1 0,-1-1 0,1 0 0,0 0 0,-1-1 0,1 1 0,-1-1 0,1 0 0,-1 0 0,0 0 0,0 0 0,4-3 0,10-9 0,-12 11 0,0-1 0,0 1 0,-1-1 0,1 0 0,-1-1 0,0 1 0,0-1 0,0 0 0,6-10 0,-10 13 0,0 1 0,0-1 0,0 1 0,0-1 0,0 1 0,0 0 0,0-1 0,0 1 0,0-1 0,-1 1 0,1-1 0,-1 1 0,1 0 0,-1-1 0,0 1 0,1 0 0,-1 0 0,0-1 0,0 1 0,0 0 0,0 0 0,0 0 0,0 0 0,0 0 0,0 0 0,0 0 0,0 1 0,-3-2 0,0-1 0,1 1 0,-1 0 0,0 0 0,0 1 0,-1-1 0,1 1 0,0 0 0,-6-1 0,-4 1 0,-4 0 0,19-1 0,12-2 0,-3 2 0,-6 1 0,1 0 0,0 0 0,0 0 0,0 1 0,0 0 0,7 0 0,-10 0 0,0 1 0,0 0 0,0 0 0,1-1 0,-1 1 0,0 1 0,0-1 0,0 0 0,-1 0 0,1 1 0,0-1 0,0 1 0,-1 0 0,1-1 0,-1 1 0,3 3 0,-2-1-2,1 0 0,-1 0 0,0 0 0,0 0 0,-1 0 0,1 1 0,-1-1 0,0 0 0,0 1 0,0 4 0,-1 47 123,-1-43-609,1 0 0,2 23 0,-1-30-6338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43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24575,'-9'157'0,"0"5"0,9-110-1365,0-40-5461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44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24575,'42'-6'0,"-22"4"0,-16 1 0,0 1 0,0-1 0,1 1 0,-1 0 0,0 0 0,0 0 0,5 1 0,-8 0 0,1-1 0,-1 1 0,0 0 0,1-1 0,-1 1 0,0 0 0,0 0 0,0 0 0,0 0 0,0 0 0,0 0 0,0 0 0,0 0 0,0 1 0,0-1 0,-1 0 0,1 0 0,-1 1 0,1-1 0,-1 0 0,1 1 0,-1-1 0,1 1 0,-1-1 0,0 2 0,2 7 0,0-1 0,-1 1 0,0-1 0,-1 16 0,-1-21 0,1 0 0,-1 0 0,0 0 0,0 0 0,-1 0 0,1 0 0,-1-1 0,0 1 0,0 0 0,0-1 0,0 0 0,-1 1 0,-3 3 0,1-2-93,3-1 32,0-2 1,-1 1-1,1 0 1,-1 0-1,1-1 0,-1 0 1,0 1-1,0-1 1,0 0-1,0 0 1,0-1-1,-1 1 0,1 0 1,0-1-1,-1 0 1,1 0-1,-1 0 1,0-1-1,1 1 1,-5 0-1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44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45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24575,'0'389'-1365,"0"-381"-5461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1:47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4 24575,'-16'-2'0,"15"2"0,-1-1 0,1 1 0,-1 0 0,1 0 0,-1 0 0,1 0 0,-1 0 0,1 0 0,-1 0 0,1 0 0,-1 1 0,1-1 0,-1 0 0,1 1 0,0-1 0,-1 1 0,1 0 0,0-1 0,-2 2 0,-1 1 0,0 1 0,0-1 0,0 1 0,0 0 0,1 0 0,-1 0 0,1 0 0,0 1 0,1 0 0,-1-1 0,1 1 0,0 0 0,0 0 0,0 0 0,-1 6 0,-1 11 0,0 0 0,0 32 0,-3 9 0,5-42 0,0 0 0,1 1 0,3 32 0,-2-53 0,0 0 0,1 0 0,-1 0 0,1 1 0,-1-1 0,1 0 0,0 0 0,-1 0 0,1 0 0,0 0 0,0 0 0,0 0 0,0 0 0,-1 0 0,1-1 0,1 1 0,-1 0 0,0-1 0,0 1 0,0 0 0,0-1 0,0 0 0,1 1 0,-1-1 0,0 0 0,0 1 0,1-1 0,-1 0 0,0 0 0,0 0 0,2 0 0,3 0 0,0 0 0,0 0 0,0 0 0,-1-1 0,11-2 0,-11 0 0,-1 0 0,0 0 0,0-1 0,0 1 0,0-1 0,-1 0 0,1 0 0,-1 0 0,0-1 0,3-6 0,5-4 0,-8 12 0,1-3 0,1 1 0,-1-1 0,0 0 0,0 0 0,-1 0 0,1-1 0,-1 1 0,-1-1 0,1 0 0,1-10 0,3-17 0,-3 17 0,-1 0 0,0-1 0,-2 0 0,0 1 0,-1-31 0,-1 46 7,0 0 0,0-1-1,1 1 1,-1 0 0,0 0-1,-1 0 1,1 0-1,0 0 1,-1 0 0,1 0-1,-1 0 1,1 1 0,-1-1-1,0 1 1,0-1 0,0 1-1,-2-2 1,0 1-156,1 0 1,-1 0-1,0 0 1,0 1-1,0-1 1,0 1-1,0 0 1,0 0-1,-5 0 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4:27:29.29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155.91846"/>
      <inkml:brushProperty name="anchorY" value="-737.32904"/>
      <inkml:brushProperty name="scaleFactor" value="0.5"/>
    </inkml:brush>
  </inkml:definitions>
  <inkml:trace contextRef="#ctx0" brushRef="#br0">1 0 24575,'0'0'0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08.0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24575,'0'1'0,"1"0"0,-1 0 0,0-1 0,1 1 0,-1 0 0,1 0 0,0-1 0,-1 1 0,1-1 0,-1 1 0,1 0 0,0-1 0,0 1 0,-1-1 0,1 0 0,0 1 0,0-1 0,1 1 0,19 7 0,-17-6 0,19 4 0,0-1 0,1-1 0,0 0 0,0-2 0,26-1 0,-12 0 0,594 5 0,-362-8 0,410 3 0,703-3 0,-775-16 0,107-1 0,-219 10 0,199 5 0,-369 6 0,99-2 0,-424 0 0,1 1 0,0-1 0,-1 0 0,1 1 0,0-1 0,-1 1 0,1 0 0,-1-1 0,1 1 0,-1 0 0,1 0 0,-1 0 0,0 0 0,1 0 0,-1 0 0,0 0 0,0 0 0,0 1 0,0-1 0,0 0 0,0 1 0,0-1 0,0 1 0,0-1 0,-1 1 0,1 0 0,-1-1 0,1 3 0,2 7 0,-1 0 0,0 0 0,1 16 0,-1-8 0,20 236 0,-18-188 0,7 38 0,1 32 0,-11 485 0,-2-300 0,10-139 0,3-21 0,-7-105 0,-5 81 0,-2-55 0,1-60 0,-5 28 0,0-9 0,-1-6-1365,5-26-5461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08.1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10.6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0 24575,'-4'257'0,"-1"-179"0,-20 99 0,8-63 0,4 1 0,3 189 0,11 301 0,1-581-1365,0-14-5461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11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156 0 24575,'-2'4'0,"0"-1"0,1 0 0,-1 1 0,1-1 0,0 1 0,0 0 0,0-1 0,0 1 0,1 0 0,0 0 0,0 5 0,-2 7 0,-9 67 0,-29 170 0,34-230 32,-2 1 0,-1-1 0,-15 30 0,-12 30-1525,29-62-5333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12.8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24575,'5'7'0,"1"1"0,-2-1 0,1 1 0,-1 0 0,0 0 0,-1 1 0,4 12 0,-2-7 0,24 84 0,-25-76 0,2 0 0,0-1 0,2 0 0,0 0 0,1 0 0,13 20 0,-12-24-168,-1 1 0,-1 0 0,0 0 0,5 23 0,-10-33-357,2 9-6301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13.5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24575,'2'0'0,"3"0"0,4 0 0,3 0 0,2 0 0,2 0 0,1 0 0,0 0 0,-2 0 0,-1 0 0,2 0 0,0 0 0,-1 0 0,-1 0 0,-3 0-8191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15.4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210 14 24575,'-37'-12'0,"27"11"0,0 1 0,0-1 0,0 1 0,0 1 0,-17 3 0,23-4 0,1 1 0,-1 0 0,1 0 0,0 1 0,-1-1 0,1 1 0,0 0 0,0 0 0,0 0 0,0 0 0,0 0 0,0 0 0,1 1 0,-1 0 0,1-1 0,0 1 0,0 0 0,0 0 0,-2 4 0,-3 7 0,1 0 0,1 1 0,0 0 0,1 0 0,1 0 0,-3 24 0,6-30 0,-1 1 0,2-1 0,-1 0 0,1 1 0,0-1 0,1 0 0,0 0 0,1 0 0,0 0 0,0 0 0,1 0 0,5 8 0,-3-7 0,0 0 0,1 0 0,0-1 0,15 16 0,-19-22 0,0-1 0,1 1 0,0 0 0,0-1 0,-1 0 0,1 0 0,1 0 0,-1 0 0,0-1 0,0 1 0,1-1 0,-1 0 0,0-1 0,1 1 0,7-1 0,98-3 0,-108 3 0,1-1 0,-1 0 0,1 1 0,-1-1 0,0-1 0,0 1 0,1 0 0,-1 0 0,0-1 0,0 1 0,0-1 0,0 0 0,-1 1 0,1-1 0,0 0 0,-1 0 0,1 0 0,-1 0 0,2-4 0,4-6 0,-1-1 0,5-18 0,-5 17 0,0-5 0,0-1 0,-1 0 0,-1 0 0,-1-1 0,-1 1 0,-1-1 0,-1-25 0,-1 42 0,0 1 0,0-1 0,0 0 0,0 0 0,-1 1 0,1-1 0,-1 0 0,0 1 0,0 0 0,0-1 0,0 1 0,-1 0 0,1 0 0,-1 0 0,0 1 0,0-1 0,0 1 0,0-1 0,-1 1 0,1 0 0,0 0 0,-1 0 0,0 1 0,1-1 0,-1 1 0,0 0 0,0 0 0,1 0 0,-9 0 0,2-1-1365,3 0-5461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21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24575,'3'1'0,"-1"0"0,0 1 0,0 0 0,0-1 0,0 1 0,0 0 0,0 0 0,0 0 0,0 0 0,-1 0 0,1 0 0,1 4 0,0-2 0,43 72 0,-10-16 0,33 48 0,-54-80-1365,-11-21-5461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22.6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434 0 24575,'-2'0'0,"0"1"0,0-1 0,1 1 0,-1-1 0,0 1 0,1-1 0,-1 1 0,0 0 0,1 0 0,-1 0 0,1 0 0,-1 0 0,1 0 0,0 0 0,-1 0 0,1 1 0,0-1 0,-2 2 0,-20 34 0,11-15 0,-120 182 0,3 60 0,109-219 0,-3 6 0,-23 73 0,34-82-1365,7-28-5461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24.5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0 260 24575,'26'-29'0,"43"-61"0,-33 40 0,-7 19 0,-23 26 0,0-1 0,0 0 0,-1 0 0,7-9 0,-11 13 0,13-17 0,-8 18 0,-2 13 0,-1 32 0,-5 51 0,1-24 0,-8 58 0,4-84 0,0-4 0,-1 24 0,6-17-1365,0-35-5461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25.6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24575,'367'0'0,"-343"2"-1365,-14 0-5461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25.7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36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4075 0 24575,'1'132'0,"-11"290"0,9-413 0,0 1 0,0 0 0,0 0 0,-5 14 0,6-22 0,-1-1 0,1 1 0,-1 0 0,0 0 0,1-1 0,-1 1 0,0 0 0,0-1 0,0 1 0,-1-1 0,1 1 0,0-1 0,0 0 0,-1 1 0,1-1 0,-1 0 0,1 0 0,-1 0 0,1 0 0,-1 0 0,0-1 0,0 1 0,1 0 0,-1-1 0,-2 1 0,-142 15 0,108-11 0,-53-1 0,-26 3 0,76-1 0,-72 10 0,-166 3 0,-280-31 0,-2 8 0,324 6 0,-58 10 0,20 0 0,74-13 0,-118 2 0,75 17 0,-15 1 0,28-20-1365,216 1-5461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37.5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24575,'2'0'0,"3"0"0,2 0 0,3 0 0,1 0 0,1 0 0,1 0 0,-1 0 0,1 0 0,0 0 0,-1 2 0,1 0 0,-1 1 0,0-1 0,0-1 0,1 0 0,-3 0-8191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38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24575,'0'2'0,"0"3"0,0 3 0,0 1 0,0 3 0,0 0 0,0 0 0,0 1 0,0 0 0,0-1 0,0 1 0,0-3-8191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38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24575,'0'2'0,"0"3"0,0 2 0,0 3 0,0 1 0,0 1 0,0 1 0,0-1 0,0 1 0,0 0 0,0-1 0,0 1 0,0-1 0,2-2 0,1-2-8191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40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24575,'20'0'0,"-3"-1"0,1 1 0,-1 1 0,1 0 0,-1 1 0,23 7 0,-37-8 0,-1 0 0,0 1 0,0-1 0,1 1 0,-1-1 0,0 1 0,-1 0 0,1 0 0,0 0 0,0 0 0,-1 0 0,1 0 0,-1 0 0,0 1 0,0-1 0,0 1 0,0-1 0,0 1 0,0-1 0,0 1 0,-1 3 0,2 1 0,-1 0 0,0 0 0,-1 0 0,0 0 0,0 0 0,-2 13 0,2-19 0,-1 1 0,0 0 0,0-1 0,1 1 0,-1-1 0,0 0 0,0 1 0,0-1 0,0 0 0,0 1 0,-1-1 0,1 0 0,0 0 0,-1 0 0,1 0 0,0 0 0,-1 0 0,1-1 0,-1 1 0,0 0 0,1-1 0,-1 1 0,1-1 0,-1 1 0,0-1 0,1 0 0,-1 0 0,0 0 0,-1 0 0,-2 0 0,0 0 0,0 0 0,0 0 0,0-1 0,1 0 0,-1 0 0,0 0 0,0 0 0,-4-3 0,9 4 0,0 0 0,0 0 0,0 0 0,1 0 0,-1 0 0,0 0 0,0 0 0,0 0 0,0 0 0,0 0 0,0 0 0,0 0 0,0 0 0,0 0 0,0 0 0,0 0 0,0 0 0,0-1 0,0 1 0,0 0 0,0 0 0,0 0 0,0 0 0,0 0 0,0 0 0,0 0 0,1 0 0,-1 0 0,0 0 0,0 0 0,0 0 0,0 0 0,0 0 0,0 0 0,0-1 0,0 1 0,0 0 0,0 0 0,0 0 0,0 0 0,0 0 0,-1 0 0,1 0 0,0 0 0,0 0 0,0 0 0,0 0 0,0 0 0,0 0 0,0 0 0,0 0 0,0 0 0,0-1 0,0 1 0,0 0 0,0 0 0,0 0 0,0 0 0,0 0 0,0 0 0,0 0 0,0 0 0,0 0 0,-1 0 0,1 0 0,0 0 0,0 0 0,0 0 0,0 0 0,9-2 0,10 0 0,-9 2 0,1 0 0,-1 1 0,1 0 0,-1 0 0,0 1 0,10 4 0,-18-6 0,0 1 0,0 0 0,0 0 0,0-1 0,0 1 0,0 0 0,0 1 0,-1-1 0,1 0 0,-1 1 0,1-1 0,-1 0 0,1 1 0,-1 0 0,0-1 0,1 1 0,-1 0 0,0 0 0,0-1 0,-1 1 0,1 0 0,0 0 0,0 0 0,-1 0 0,0 0 0,1 0 0,-1 1 0,0-1 0,0 0 0,0 0 0,0 0 0,0 0 0,0 0 0,-1 0 0,1 0 0,-2 2 0,0 6 0,0-1 0,-1 1 0,-1-1 0,1 0 0,-8 11 0,10-17 0,-1-1 0,0 1 0,0-1 0,0 0 0,0 0 0,0 0 0,-1 0 0,1 0 0,0 0 0,-1-1 0,0 1 0,1-1 0,-1 1 0,0-1 0,0 0 0,0 0 0,1-1 0,-1 1 0,0 0 0,0-1 0,-4 0 0,0 1-111,-6-1-307,0 1 0,-23-3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41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24575,'1'0'0,"0"0"0,0 0 0,0 1 0,0-1 0,0 0 0,0 1 0,0-1 0,-1 1 0,1-1 0,0 1 0,0 0 0,0-1 0,0 1 0,-1 0 0,1 0 0,0-1 0,-1 1 0,1 0 0,0 0 0,-1 0 0,1 1 0,11 25 0,-9-19 0,-2-4 0,67 176 0,-61-149 0,-7-38 0,-1 0 0,1 1 0,0-1 0,1 0 0,-1 1 0,1-1 0,1 1 0,1-7 0,22-61 0,-16 49 0,16-40-1365,-21 51-5461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43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24575,'67'-1'0,"75"2"0,-140-1 0,0 0 0,0 1 0,0-1 0,0 0 0,-1 1 0,1 0 0,0-1 0,0 1 0,0 0 0,0 0 0,-1 0 0,1 0 0,0 0 0,-1 0 0,1 1 0,2 2 0,-3-3 0,-1 0 0,0-1 0,1 1 0,-1 0 0,0 0 0,1 0 0,-1 0 0,0 0 0,0 0 0,0-1 0,1 1 0,-1 0 0,0 0 0,-1 0 0,1 0 0,0 0 0,0 0 0,0 0 0,0 0 0,-1 0 0,1-1 0,0 1 0,-1 0 0,1 0 0,-1 0 0,1 0 0,-1-1 0,1 1 0,-1 0 0,1-1 0,-1 1 0,0 0 0,0-1 0,1 1 0,-1-1 0,0 1 0,0-1 0,-1 1 0,-13 9 0,0-1 0,-22 10 0,21-12 0,0 1 0,-19 14 0,35-22 0,0 0 0,0 0 0,-1 0 0,1 0 0,0 0 0,0 0 0,0 0 0,0 0 0,-1 0 0,1 1 0,0-1 0,0 0 0,0 0 0,0 0 0,0 0 0,-1 0 0,1 0 0,0 1 0,0-1 0,0 0 0,0 0 0,0 0 0,0 0 0,0 1 0,0-1 0,0 0 0,0 0 0,0 0 0,0 0 0,0 1 0,0-1 0,0 0 0,0 0 0,0 0 0,0 0 0,0 1 0,0-1 0,0 0 0,0 0 0,0 0 0,0 1 0,0-1 0,0 0 0,0 0 0,0 0 0,0 0 0,0 0 0,1 1 0,-1-1 0,0 0 0,0 0 0,0 0 0,0 0 0,0 0 0,1 1 0,15 3 0,18-3 0,-34-1 0,30-1 0,-22-1 0,-1 2 0,0-1 0,0 1 0,0 0 0,1 0 0,-1 1 0,0 0 0,0 1 0,0-1 0,9 4 0,-15-4 0,0-1 0,0 1 0,1 0 0,-1-1 0,0 1 0,0 0 0,0 0 0,0 0 0,0 0 0,0-1 0,-1 1 0,1 1 0,0-1 0,0 0 0,-1 0 0,1 0 0,-1 0 0,1 0 0,-1 1 0,1-1 0,-1 0 0,0 0 0,0 1 0,1-1 0,-1 0 0,0 1 0,0-1 0,0 0 0,0 0 0,-1 1 0,1-1 0,0 0 0,0 1 0,-1-1 0,1 0 0,-1 0 0,1 0 0,-1 1 0,0-1 0,1 0 0,-1 0 0,0 0 0,0 0 0,-1 1 0,-1 2 0,-1-1 0,1 1 0,-1-1 0,0 1 0,0-1 0,-1 0 0,1-1 0,0 1 0,-10 3 0,5-4-227,1 0-1,-1-1 1,0 0-1,1 0 1,-16-1-1,13 0-6598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46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4883 0 24575,'1'1'0,"-1"-1"0,1 0 0,0 0 0,-1 1 0,1-1 0,-1 0 0,1 1 0,-1-1 0,1 1 0,-1-1 0,1 1 0,-1-1 0,1 1 0,-1-1 0,0 1 0,1-1 0,-1 1 0,0 0 0,1-1 0,-1 1 0,0 0 0,0-1 0,0 1 0,0-1 0,0 1 0,1 0 0,-1-1 0,0 2 0,1 23 0,-1-21 0,31 333 0,0 31 0,-32 85 0,1-450 0,0-1 0,0 1 0,0-1 0,-1 1 0,1-1 0,-1 1 0,1-1 0,-1 1 0,0-1 0,0 0 0,0 1 0,0-1 0,-1 0 0,1 0 0,-3 3 0,2-3 0,0 0 0,-1-1 0,1 1 0,-1-1 0,0 1 0,1-1 0,-1 0 0,0 0 0,0 0 0,1 0 0,-1-1 0,0 1 0,-4-1 0,-90 7 0,-24 4 0,45-1 0,-143 1 0,-76-24 0,116 4 0,-333 4 0,115 3 0,252-4 0,-45 0 0,-215-1 0,202 2 0,16 12 0,101-2 0,-198 24 0,224-22 0,-1-3 0,-90-5 0,58-1 0,-973 2 0,1061 0 0,1 0 0,-1 0 0,0 0 0,0 1 0,0 0 0,0 0 0,1 0 0,-1 0 0,-7 4 0,11-4 0,-1 0 0,1 0 0,0 1 0,-1-1 0,1 0 0,0 0 0,0 1 0,0-1 0,0 1 0,0-1 0,0 1 0,1 0 0,-1-1 0,0 1 0,1 0 0,-1-1 0,1 1 0,-1 0 0,1-1 0,0 1 0,0 0 0,0 0 0,0 0 0,0-1 0,0 1 0,1 0 0,-1 0 0,0-1 0,2 3 0,5 30 0,-2-1 0,-1 1 0,0 52 0,-5-28-1365,1-47-5461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46.5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52.6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4 24575,'2'2'0,"0"-1"0,1 1 0,-1-1 0,0 0 0,1 0 0,-1 0 0,0 0 0,1 0 0,-1-1 0,1 1 0,0-1 0,4 1 0,37-1 0,-30 0 0,200-8 0,-141 4 0,-44 3 0,-12-1 0,1 1 0,0 1 0,30 3 0,-47-2 0,-1-1 0,0 0 0,1 0 0,-1 1 0,0-1 0,0 0 0,1 0 0,-1 1 0,0-1 0,0 0 0,0 1 0,1-1 0,-1 0 0,0 1 0,0-1 0,0 0 0,0 1 0,0-1 0,0 1 0,0-1 0,0 0 0,0 1 0,0-1 0,0 0 0,0 1 0,0-1 0,0 1 0,0-1 0,0 0 0,0 1 0,0-1 0,0 0 0,-1 1 0,1-1 0,0 0 0,0 1 0,0-1 0,-1 0 0,1 1 0,-10 18 0,8-16 0,-44 87 0,34-62 0,-2 0 0,-2-1 0,0-1 0,-1 0 0,-26 28 0,-27 22 0,70-75 0,-1 0 0,1-1 0,-1 1 0,1 0 0,-1-1 0,0 1 0,1-1 0,-1 1 0,0-1 0,1 1 0,-1-1 0,0 1 0,0-1 0,0 0 0,1 0 0,-1 1 0,0-1 0,0 0 0,0 0 0,0 0 0,0 0 0,1 0 0,-1 0 0,0 0 0,0 0 0,0 0 0,0 0 0,0 0 0,1-1 0,-1 1 0,0 0 0,0-1 0,0 1 0,1-1 0,-1 1 0,0 0 0,0-1 0,1 0 0,-1 1 0,0-1 0,1 1 0,-1-1 0,1 0 0,-1 1 0,1-1 0,-1 0 0,0-1 0,-3-6 0,0 1 0,0-1 0,-6-16 0,7 15 0,-16-48 0,13 36 0,-17-39 0,18 52 0,-1-1 0,0 2 0,0-1 0,-11-11 0,-12-14 0,12 10-455,-1 0 0,-29-26 0,34 37-6371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58.8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24575,'2'0'0,"1"2"0,2 1 0,2 0 0,2-1 0,1-1 0,2 0 0,-2-1-8191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59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24575,'2'0'0,"3"0"0,2 0 0,3 0 0,1 0 0,1 0 0,1 0 0,-1 0 0,1 0 0,-2 0-8191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2:59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24575,'2'0'0,"3"0"0,4 0 0,4 0 0,2 0 0,2 0 0,-2 0-8191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3:00.0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 24575,'2'0'0,"3"0"0,2 0 0,3 0 0,1 0 0,3 0 0,1 0 0,3 0 0,1 0 0,3-2 0,1-1 0,1 1 0,1 0 0,-3 0 0,-2 2 0,-4-1-8191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3:00.3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24575,'2'0'0,"3"0"0,3 0 0,1 0 0,2 0 0,1 0 0,1 0 0,2 0 0,2 0 0,-1 0-8191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3:01.1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24575,'2'0'0,"7"0"0,8 0 0,5 0 0,6 0 0,2 0 0,-3 0 0,-5 0-8191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3:01.5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24575,'2'0'0,"3"0"0,2 0 0,3 0 0,1 0 0,1 0 0,0 0 0,1 0 0,-2 0-8191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3:01.9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24575,'2'0'0,"1"2"0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3:02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24575,'0'2'0,"0"3"0,0 3 0,0 1 0,0 2 0,0 1 0,0 1 0,0 2 0,0 2 0,0 3 0,0-2-8191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3:02.5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24575,'0'2'0,"0"2"0,0 6 0,0 2 0,0 2 0,0 0 0,0 0 0,0 0 0,0-1 0,0 0 0,0-1 0,0 1 0,0-1 0,0 2 0,0-1-8191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3:02.8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24575,'0'3'0,"0"1"0,0 4 0,0 1 0,0 2 0,2 1 0,0 1 0,1 2 0,-1 0 0,-1-2-8191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3:02.9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24575,'0'2'0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3:03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24575,'0'2'0,"0"3"0,0 2 0,0 3 0,0 1 0,0 3 0,0 4 0,0 0 0,0-1 0,0-2-8191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3:03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24575,'0'2'0,"0"2"0,0 4 0,0 1 0,0 3 0,0 0 0,0 0 0,0-1-8191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3:04.0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24575,'0'2'0,"0"2"0,0 4 0,0 2 0,0 1 0,0 1 0,0 0 0,0 3 0,0 1 0,0 1 0,0 3 0,0 1 0,0 2 0,0-1 0,0-5-8191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3:04.6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24575,'0'2'0,"0"3"0,0 3 0,0 3 0,0 5 0,0 2 0,0-1 0,0-1 0,0-1 0,0 0 0,0-2 0,0-3-8191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3:13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1 24575,'-5'0'0,"0"1"0,1-1 0,-1 1 0,1 0 0,-1 1 0,1-1 0,0 1 0,-1 0 0,1 0 0,0 0 0,0 0 0,0 1 0,1 0 0,-1-1 0,1 1 0,-1 1 0,1-1 0,-4 6 0,4-6 0,1 0 0,0 0 0,0 0 0,0 1 0,0-1 0,1 1 0,-1-1 0,1 1 0,0 0 0,0 0 0,0-1 0,1 1 0,-1 0 0,1 0 0,0 0 0,0 0 0,0 0 0,1 0 0,-1-1 0,1 1 0,0 0 0,2 5 0,-1-5 0,0 1 0,1-1 0,0 0 0,0 0 0,0 0 0,0 0 0,1-1 0,-1 1 0,1-1 0,0 0 0,0 0 0,0 0 0,0-1 0,8 4 0,-10-5 0,0 0 0,0 0 0,0 0 0,0-1 0,0 1 0,0-1 0,0 1 0,0-1 0,0 0 0,0 0 0,0 0 0,0 0 0,1 0 0,-1 0 0,0-1 0,0 1 0,0-1 0,0 1 0,0-1 0,0 0 0,0 0 0,0 0 0,-1 0 0,1 0 0,0 0 0,0 0 0,-1-1 0,1 1 0,-1-1 0,1 1 0,-1-1 0,0 0 0,1 1 0,-1-1 0,1-3 0,3-3 0,-1 0 0,-1-1 0,1 1 0,-2-1 0,1 0 0,-1 0 0,0 0 0,0-13 0,-2 20 0,0-1 0,0 1 0,0-1 0,-1 0 0,1 1 0,-1-1 0,1 1 0,-1-1 0,0 1 0,0 0 0,0-1 0,-1 1 0,1 0 0,0 0 0,-1 0 0,1 0 0,-1 0 0,0 0 0,0 0 0,0 0 0,0 1 0,0-1 0,0 1 0,0-1 0,-1 1 0,1 0 0,0 0 0,-1 0 0,1 0 0,-1 0 0,1 1 0,-1-1 0,-4 0 0,-5 0-1365,2 0-5461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3:15.1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24575,'294'0'-1365,"-284"0"-5461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5:13:15.2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CE036-0ED2-29BD-D615-B5DE05271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CAF825-3088-68AD-7F01-6DC8337B6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814FE-7669-EA10-55B1-0B0168A09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6E6EE-A047-4AC9-AAA3-24E8676085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F2B39-D4C0-7661-F5C9-A53D90A78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CED8E-410F-1C91-093D-0E5FD23B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A946B-122C-4B13-B7C1-C4CDFB945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302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A8EBD-8D1D-39F4-C265-71C443152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5827C-1C67-A1DC-D47C-5ABCDC081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7D4A4-2917-0F92-5A72-A6E80390B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6E6EE-A047-4AC9-AAA3-24E8676085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5E81C-4776-7465-BCDC-B015CD6CF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14C9D-64D5-AC1E-9C56-A5BF5241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A946B-122C-4B13-B7C1-C4CDFB945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74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D4CDE-F49F-32A0-15D6-A2DE24712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DD50C-D964-0EB2-17ED-453440E99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B61E2-E8C8-8B0B-6DDD-429706D9F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6E6EE-A047-4AC9-AAA3-24E8676085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AD8AC-6B4B-677B-04A9-FF00BCD68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74694-FFC5-3AA7-E442-D8F7E3105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A946B-122C-4B13-B7C1-C4CDFB945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9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A9F53-6156-68F5-6FA6-78F3D6991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98650-509C-4258-C081-5A83BDB3F9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5C5287-A1FD-74E7-168C-8999FDD05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1BC27B-0A4E-A3CB-DFA2-144A12342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6E6EE-A047-4AC9-AAA3-24E8676085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7519D-A8F1-5821-3D5A-09AA4D2E2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8DC70-8935-9C0D-3CE7-A7B30EBCF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A946B-122C-4B13-B7C1-C4CDFB945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64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9CC87-904E-8FDF-CE0D-D5BB03765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452D1-D7A2-560F-5B00-98EE9B77A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F29002-9913-E7D8-63E8-075588A87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E96AD1-DC2B-A3BC-6EBF-E337BE24C3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AB668A-9A3A-289C-80BD-102AA5030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0AF525-B306-2755-F9A3-4ECCBA0CB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6E6EE-A047-4AC9-AAA3-24E8676085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951F7A-06EE-297C-5298-C584CFC00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D26E81-03BC-D562-13BA-4B721CAB9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A946B-122C-4B13-B7C1-C4CDFB945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14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F5539-0215-AD97-4D4D-F9A1B313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B72E14-5C32-1C45-14E7-674E90092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6E6EE-A047-4AC9-AAA3-24E8676085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1FCB8D-423D-1ABF-211F-F203B391D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F5587-C57C-0B3B-241E-D5D2B8EDF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A946B-122C-4B13-B7C1-C4CDFB945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20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415B03-B3B2-261A-C85E-BF50D23E0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6E6EE-A047-4AC9-AAA3-24E8676085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AC843C-8DB0-EF90-2145-10D25AA2A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5DEAB-F7DF-3C8F-AB3A-CE5C5B109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A946B-122C-4B13-B7C1-C4CDFB945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04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76DFE-A419-CF2B-417F-C3566AF55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97E98-5EC1-EF25-A0BA-65C11AFE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C5D113-315D-F8A1-646C-927ABF1DD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06096-C614-5172-0568-B3128BCD0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6E6EE-A047-4AC9-AAA3-24E8676085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9B3B3-564F-B9D9-C278-B91245BE4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F22FB-FF06-EE86-84E9-600F3B935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A946B-122C-4B13-B7C1-C4CDFB945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71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30C09-0162-7148-E8D5-A03A523A6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14D333-9207-6895-AC93-A717D91BF4B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E3A6C-E544-3CF9-8A10-52828F4EA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CD6AF-34F0-7C1E-D596-DE802135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6E6EE-A047-4AC9-AAA3-24E8676085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A00A0-48D3-78B0-6442-FBA8345A0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0D5B7-5AD5-07C4-DE29-237F65DAC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A946B-122C-4B13-B7C1-C4CDFB945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75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A3501-E2A8-C637-AB05-75EFF85B9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8A08-2C9E-5067-36A3-09CD2F447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3E1EC-0102-83B7-D14E-2045E7663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6E6EE-A047-4AC9-AAA3-24E8676085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E5B06-555E-1E6B-61B3-3DC945A13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B67AC-F1CB-76BB-DA82-5F0FE9C91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A946B-122C-4B13-B7C1-C4CDFB945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61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02917E-0777-C95C-8475-D28A34B06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3F9C86-D58F-1E4E-7D88-1201112F9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40C82-DB24-C447-92F7-D567906D3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6E6EE-A047-4AC9-AAA3-24E8676085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1FB12-1B94-3A8D-BE24-9744F9CF7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574EF-789C-D01B-4A67-5D535DA31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A946B-122C-4B13-B7C1-C4CDFB945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44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2C96E1-A30A-DEBD-3835-0CF4EBDB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8252C-63B0-B2CF-D343-82216D575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3FF37-E26F-E4D0-5B80-7CD9EE649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E6E6EE-A047-4AC9-AAA3-24E8676085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02E2B-C80C-915F-629D-AD05420997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6B8B6-AB91-7748-B977-0FCC8D2D2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3A946B-122C-4B13-B7C1-C4CDFB945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15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4.xml"/><Relationship Id="rId21" Type="http://schemas.openxmlformats.org/officeDocument/2006/relationships/image" Target="../media/image10.png"/><Relationship Id="rId42" Type="http://schemas.openxmlformats.org/officeDocument/2006/relationships/image" Target="../media/image20.png"/><Relationship Id="rId63" Type="http://schemas.openxmlformats.org/officeDocument/2006/relationships/customXml" Target="../ink/ink33.xml"/><Relationship Id="rId84" Type="http://schemas.openxmlformats.org/officeDocument/2006/relationships/customXml" Target="../ink/ink45.xml"/><Relationship Id="rId138" Type="http://schemas.openxmlformats.org/officeDocument/2006/relationships/image" Target="../media/image62.png"/><Relationship Id="rId159" Type="http://schemas.openxmlformats.org/officeDocument/2006/relationships/customXml" Target="../ink/ink86.xml"/><Relationship Id="rId170" Type="http://schemas.openxmlformats.org/officeDocument/2006/relationships/image" Target="../media/image78.png"/><Relationship Id="rId191" Type="http://schemas.openxmlformats.org/officeDocument/2006/relationships/customXml" Target="../ink/ink103.xml"/><Relationship Id="rId205" Type="http://schemas.openxmlformats.org/officeDocument/2006/relationships/customXml" Target="../ink/ink110.xml"/><Relationship Id="rId226" Type="http://schemas.openxmlformats.org/officeDocument/2006/relationships/customXml" Target="../ink/ink121.xml"/><Relationship Id="rId107" Type="http://schemas.openxmlformats.org/officeDocument/2006/relationships/customXml" Target="../ink/ink58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customXml" Target="../ink/ink27.xml"/><Relationship Id="rId74" Type="http://schemas.openxmlformats.org/officeDocument/2006/relationships/customXml" Target="../ink/ink39.xml"/><Relationship Id="rId128" Type="http://schemas.openxmlformats.org/officeDocument/2006/relationships/customXml" Target="../ink/ink70.xml"/><Relationship Id="rId149" Type="http://schemas.openxmlformats.org/officeDocument/2006/relationships/customXml" Target="../ink/ink81.xml"/><Relationship Id="rId5" Type="http://schemas.openxmlformats.org/officeDocument/2006/relationships/image" Target="../media/image2.png"/><Relationship Id="rId95" Type="http://schemas.openxmlformats.org/officeDocument/2006/relationships/image" Target="../media/image43.png"/><Relationship Id="rId160" Type="http://schemas.openxmlformats.org/officeDocument/2006/relationships/image" Target="../media/image73.png"/><Relationship Id="rId181" Type="http://schemas.openxmlformats.org/officeDocument/2006/relationships/image" Target="../media/image83.png"/><Relationship Id="rId216" Type="http://schemas.openxmlformats.org/officeDocument/2006/relationships/customXml" Target="../ink/ink116.xml"/><Relationship Id="rId22" Type="http://schemas.openxmlformats.org/officeDocument/2006/relationships/customXml" Target="../ink/ink11.xml"/><Relationship Id="rId43" Type="http://schemas.openxmlformats.org/officeDocument/2006/relationships/customXml" Target="../ink/ink22.xml"/><Relationship Id="rId64" Type="http://schemas.openxmlformats.org/officeDocument/2006/relationships/image" Target="../media/image30.png"/><Relationship Id="rId118" Type="http://schemas.openxmlformats.org/officeDocument/2006/relationships/image" Target="../media/image53.png"/><Relationship Id="rId139" Type="http://schemas.openxmlformats.org/officeDocument/2006/relationships/customXml" Target="../ink/ink76.xml"/><Relationship Id="rId85" Type="http://schemas.openxmlformats.org/officeDocument/2006/relationships/image" Target="../media/image39.png"/><Relationship Id="rId150" Type="http://schemas.openxmlformats.org/officeDocument/2006/relationships/image" Target="../media/image68.png"/><Relationship Id="rId171" Type="http://schemas.openxmlformats.org/officeDocument/2006/relationships/customXml" Target="../ink/ink92.xml"/><Relationship Id="rId192" Type="http://schemas.openxmlformats.org/officeDocument/2006/relationships/image" Target="../media/image88.png"/><Relationship Id="rId206" Type="http://schemas.openxmlformats.org/officeDocument/2006/relationships/image" Target="../media/image95.png"/><Relationship Id="rId227" Type="http://schemas.openxmlformats.org/officeDocument/2006/relationships/image" Target="../media/image105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image" Target="../media/image49.png"/><Relationship Id="rId129" Type="http://schemas.openxmlformats.org/officeDocument/2006/relationships/image" Target="../media/image58.png"/><Relationship Id="rId54" Type="http://schemas.openxmlformats.org/officeDocument/2006/relationships/customXml" Target="../ink/ink28.xml"/><Relationship Id="rId75" Type="http://schemas.openxmlformats.org/officeDocument/2006/relationships/image" Target="../media/image35.png"/><Relationship Id="rId96" Type="http://schemas.openxmlformats.org/officeDocument/2006/relationships/customXml" Target="../ink/ink52.xml"/><Relationship Id="rId140" Type="http://schemas.openxmlformats.org/officeDocument/2006/relationships/image" Target="../media/image63.png"/><Relationship Id="rId161" Type="http://schemas.openxmlformats.org/officeDocument/2006/relationships/customXml" Target="../ink/ink87.xml"/><Relationship Id="rId182" Type="http://schemas.openxmlformats.org/officeDocument/2006/relationships/customXml" Target="../ink/ink98.xml"/><Relationship Id="rId217" Type="http://schemas.openxmlformats.org/officeDocument/2006/relationships/image" Target="../media/image100.png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119" Type="http://schemas.openxmlformats.org/officeDocument/2006/relationships/customXml" Target="../ink/ink65.xml"/><Relationship Id="rId44" Type="http://schemas.openxmlformats.org/officeDocument/2006/relationships/image" Target="../media/image21.png"/><Relationship Id="rId65" Type="http://schemas.openxmlformats.org/officeDocument/2006/relationships/customXml" Target="../ink/ink34.xml"/><Relationship Id="rId86" Type="http://schemas.openxmlformats.org/officeDocument/2006/relationships/customXml" Target="../ink/ink46.xml"/><Relationship Id="rId130" Type="http://schemas.openxmlformats.org/officeDocument/2006/relationships/customXml" Target="../ink/ink71.xml"/><Relationship Id="rId151" Type="http://schemas.openxmlformats.org/officeDocument/2006/relationships/customXml" Target="../ink/ink82.xml"/><Relationship Id="rId172" Type="http://schemas.openxmlformats.org/officeDocument/2006/relationships/image" Target="../media/image79.png"/><Relationship Id="rId193" Type="http://schemas.openxmlformats.org/officeDocument/2006/relationships/customXml" Target="../ink/ink104.xml"/><Relationship Id="rId207" Type="http://schemas.openxmlformats.org/officeDocument/2006/relationships/customXml" Target="../ink/ink111.xml"/><Relationship Id="rId228" Type="http://schemas.openxmlformats.org/officeDocument/2006/relationships/customXml" Target="../ink/ink122.xml"/><Relationship Id="rId13" Type="http://schemas.openxmlformats.org/officeDocument/2006/relationships/image" Target="../media/image6.png"/><Relationship Id="rId109" Type="http://schemas.openxmlformats.org/officeDocument/2006/relationships/customXml" Target="../ink/ink59.xml"/><Relationship Id="rId34" Type="http://schemas.openxmlformats.org/officeDocument/2006/relationships/customXml" Target="../ink/ink17.xml"/><Relationship Id="rId55" Type="http://schemas.openxmlformats.org/officeDocument/2006/relationships/image" Target="../media/image26.png"/><Relationship Id="rId76" Type="http://schemas.openxmlformats.org/officeDocument/2006/relationships/customXml" Target="../ink/ink40.xml"/><Relationship Id="rId97" Type="http://schemas.openxmlformats.org/officeDocument/2006/relationships/image" Target="../media/image44.png"/><Relationship Id="rId120" Type="http://schemas.openxmlformats.org/officeDocument/2006/relationships/image" Target="../media/image54.png"/><Relationship Id="rId141" Type="http://schemas.openxmlformats.org/officeDocument/2006/relationships/customXml" Target="../ink/ink77.xml"/><Relationship Id="rId7" Type="http://schemas.openxmlformats.org/officeDocument/2006/relationships/image" Target="../media/image3.png"/><Relationship Id="rId162" Type="http://schemas.openxmlformats.org/officeDocument/2006/relationships/image" Target="../media/image74.png"/><Relationship Id="rId183" Type="http://schemas.openxmlformats.org/officeDocument/2006/relationships/image" Target="../media/image84.png"/><Relationship Id="rId218" Type="http://schemas.openxmlformats.org/officeDocument/2006/relationships/customXml" Target="../ink/ink117.xml"/><Relationship Id="rId24" Type="http://schemas.openxmlformats.org/officeDocument/2006/relationships/customXml" Target="../ink/ink12.xml"/><Relationship Id="rId45" Type="http://schemas.openxmlformats.org/officeDocument/2006/relationships/customXml" Target="../ink/ink23.xml"/><Relationship Id="rId66" Type="http://schemas.openxmlformats.org/officeDocument/2006/relationships/customXml" Target="../ink/ink35.xml"/><Relationship Id="rId87" Type="http://schemas.openxmlformats.org/officeDocument/2006/relationships/customXml" Target="../ink/ink47.xml"/><Relationship Id="rId110" Type="http://schemas.openxmlformats.org/officeDocument/2006/relationships/image" Target="../media/image50.png"/><Relationship Id="rId131" Type="http://schemas.openxmlformats.org/officeDocument/2006/relationships/image" Target="../media/image59.png"/><Relationship Id="rId152" Type="http://schemas.openxmlformats.org/officeDocument/2006/relationships/image" Target="../media/image69.png"/><Relationship Id="rId173" Type="http://schemas.openxmlformats.org/officeDocument/2006/relationships/customXml" Target="../ink/ink93.xml"/><Relationship Id="rId194" Type="http://schemas.openxmlformats.org/officeDocument/2006/relationships/image" Target="../media/image89.png"/><Relationship Id="rId208" Type="http://schemas.openxmlformats.org/officeDocument/2006/relationships/image" Target="../media/image96.png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9.xml"/><Relationship Id="rId77" Type="http://schemas.openxmlformats.org/officeDocument/2006/relationships/customXml" Target="../ink/ink41.xml"/><Relationship Id="rId100" Type="http://schemas.openxmlformats.org/officeDocument/2006/relationships/customXml" Target="../ink/ink54.xml"/><Relationship Id="rId8" Type="http://schemas.openxmlformats.org/officeDocument/2006/relationships/customXml" Target="../ink/ink4.xml"/><Relationship Id="rId98" Type="http://schemas.openxmlformats.org/officeDocument/2006/relationships/customXml" Target="../ink/ink53.xml"/><Relationship Id="rId121" Type="http://schemas.openxmlformats.org/officeDocument/2006/relationships/customXml" Target="../ink/ink66.xml"/><Relationship Id="rId142" Type="http://schemas.openxmlformats.org/officeDocument/2006/relationships/image" Target="../media/image64.png"/><Relationship Id="rId163" Type="http://schemas.openxmlformats.org/officeDocument/2006/relationships/customXml" Target="../ink/ink88.xml"/><Relationship Id="rId184" Type="http://schemas.openxmlformats.org/officeDocument/2006/relationships/customXml" Target="../ink/ink99.xml"/><Relationship Id="rId219" Type="http://schemas.openxmlformats.org/officeDocument/2006/relationships/image" Target="../media/image101.png"/><Relationship Id="rId3" Type="http://schemas.openxmlformats.org/officeDocument/2006/relationships/image" Target="../media/image1.png"/><Relationship Id="rId214" Type="http://schemas.openxmlformats.org/officeDocument/2006/relationships/image" Target="../media/image99.png"/><Relationship Id="rId25" Type="http://schemas.openxmlformats.org/officeDocument/2006/relationships/image" Target="../media/image12.png"/><Relationship Id="rId46" Type="http://schemas.openxmlformats.org/officeDocument/2006/relationships/image" Target="../media/image22.png"/><Relationship Id="rId67" Type="http://schemas.openxmlformats.org/officeDocument/2006/relationships/image" Target="../media/image31.png"/><Relationship Id="rId116" Type="http://schemas.openxmlformats.org/officeDocument/2006/relationships/customXml" Target="../ink/ink63.xml"/><Relationship Id="rId137" Type="http://schemas.openxmlformats.org/officeDocument/2006/relationships/customXml" Target="../ink/ink75.xml"/><Relationship Id="rId158" Type="http://schemas.openxmlformats.org/officeDocument/2006/relationships/image" Target="../media/image72.png"/><Relationship Id="rId20" Type="http://schemas.openxmlformats.org/officeDocument/2006/relationships/customXml" Target="../ink/ink10.xml"/><Relationship Id="rId41" Type="http://schemas.openxmlformats.org/officeDocument/2006/relationships/customXml" Target="../ink/ink21.xml"/><Relationship Id="rId62" Type="http://schemas.openxmlformats.org/officeDocument/2006/relationships/image" Target="../media/image29.png"/><Relationship Id="rId83" Type="http://schemas.openxmlformats.org/officeDocument/2006/relationships/image" Target="../media/image38.png"/><Relationship Id="rId88" Type="http://schemas.openxmlformats.org/officeDocument/2006/relationships/image" Target="../media/image40.png"/><Relationship Id="rId111" Type="http://schemas.openxmlformats.org/officeDocument/2006/relationships/customXml" Target="../ink/ink60.xml"/><Relationship Id="rId132" Type="http://schemas.openxmlformats.org/officeDocument/2006/relationships/customXml" Target="../ink/ink72.xml"/><Relationship Id="rId153" Type="http://schemas.openxmlformats.org/officeDocument/2006/relationships/customXml" Target="../ink/ink83.xml"/><Relationship Id="rId174" Type="http://schemas.openxmlformats.org/officeDocument/2006/relationships/customXml" Target="../ink/ink94.xml"/><Relationship Id="rId179" Type="http://schemas.openxmlformats.org/officeDocument/2006/relationships/image" Target="../media/image82.png"/><Relationship Id="rId195" Type="http://schemas.openxmlformats.org/officeDocument/2006/relationships/customXml" Target="../ink/ink105.xml"/><Relationship Id="rId209" Type="http://schemas.openxmlformats.org/officeDocument/2006/relationships/customXml" Target="../ink/ink112.xml"/><Relationship Id="rId190" Type="http://schemas.openxmlformats.org/officeDocument/2006/relationships/customXml" Target="../ink/ink102.xml"/><Relationship Id="rId204" Type="http://schemas.openxmlformats.org/officeDocument/2006/relationships/image" Target="../media/image94.png"/><Relationship Id="rId220" Type="http://schemas.openxmlformats.org/officeDocument/2006/relationships/customXml" Target="../ink/ink118.xml"/><Relationship Id="rId225" Type="http://schemas.openxmlformats.org/officeDocument/2006/relationships/image" Target="../media/image104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7.png"/><Relationship Id="rId106" Type="http://schemas.openxmlformats.org/officeDocument/2006/relationships/image" Target="../media/image48.png"/><Relationship Id="rId127" Type="http://schemas.openxmlformats.org/officeDocument/2006/relationships/image" Target="../media/image57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image" Target="../media/image25.png"/><Relationship Id="rId73" Type="http://schemas.openxmlformats.org/officeDocument/2006/relationships/image" Target="../media/image34.png"/><Relationship Id="rId78" Type="http://schemas.openxmlformats.org/officeDocument/2006/relationships/image" Target="../media/image36.png"/><Relationship Id="rId94" Type="http://schemas.openxmlformats.org/officeDocument/2006/relationships/customXml" Target="../ink/ink51.xml"/><Relationship Id="rId99" Type="http://schemas.openxmlformats.org/officeDocument/2006/relationships/image" Target="../media/image45.png"/><Relationship Id="rId101" Type="http://schemas.openxmlformats.org/officeDocument/2006/relationships/customXml" Target="../ink/ink55.xml"/><Relationship Id="rId122" Type="http://schemas.openxmlformats.org/officeDocument/2006/relationships/customXml" Target="../ink/ink67.xml"/><Relationship Id="rId143" Type="http://schemas.openxmlformats.org/officeDocument/2006/relationships/customXml" Target="../ink/ink78.xml"/><Relationship Id="rId148" Type="http://schemas.openxmlformats.org/officeDocument/2006/relationships/image" Target="../media/image67.png"/><Relationship Id="rId164" Type="http://schemas.openxmlformats.org/officeDocument/2006/relationships/image" Target="../media/image75.png"/><Relationship Id="rId169" Type="http://schemas.openxmlformats.org/officeDocument/2006/relationships/customXml" Target="../ink/ink91.xml"/><Relationship Id="rId185" Type="http://schemas.openxmlformats.org/officeDocument/2006/relationships/image" Target="../media/image85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80" Type="http://schemas.openxmlformats.org/officeDocument/2006/relationships/customXml" Target="../ink/ink97.xml"/><Relationship Id="rId210" Type="http://schemas.openxmlformats.org/officeDocument/2006/relationships/image" Target="../media/image97.png"/><Relationship Id="rId215" Type="http://schemas.openxmlformats.org/officeDocument/2006/relationships/customXml" Target="../ink/ink115.xml"/><Relationship Id="rId26" Type="http://schemas.openxmlformats.org/officeDocument/2006/relationships/customXml" Target="../ink/ink13.xml"/><Relationship Id="rId47" Type="http://schemas.openxmlformats.org/officeDocument/2006/relationships/customXml" Target="../ink/ink24.xml"/><Relationship Id="rId68" Type="http://schemas.openxmlformats.org/officeDocument/2006/relationships/customXml" Target="../ink/ink36.xml"/><Relationship Id="rId89" Type="http://schemas.openxmlformats.org/officeDocument/2006/relationships/customXml" Target="../ink/ink48.xml"/><Relationship Id="rId112" Type="http://schemas.openxmlformats.org/officeDocument/2006/relationships/image" Target="../media/image51.png"/><Relationship Id="rId133" Type="http://schemas.openxmlformats.org/officeDocument/2006/relationships/customXml" Target="../ink/ink73.xml"/><Relationship Id="rId154" Type="http://schemas.openxmlformats.org/officeDocument/2006/relationships/image" Target="../media/image70.png"/><Relationship Id="rId175" Type="http://schemas.openxmlformats.org/officeDocument/2006/relationships/image" Target="../media/image80.png"/><Relationship Id="rId196" Type="http://schemas.openxmlformats.org/officeDocument/2006/relationships/image" Target="../media/image90.png"/><Relationship Id="rId200" Type="http://schemas.openxmlformats.org/officeDocument/2006/relationships/image" Target="../media/image92.png"/><Relationship Id="rId16" Type="http://schemas.openxmlformats.org/officeDocument/2006/relationships/customXml" Target="../ink/ink8.xml"/><Relationship Id="rId221" Type="http://schemas.openxmlformats.org/officeDocument/2006/relationships/image" Target="../media/image102.png"/><Relationship Id="rId37" Type="http://schemas.openxmlformats.org/officeDocument/2006/relationships/customXml" Target="../ink/ink19.xml"/><Relationship Id="rId58" Type="http://schemas.openxmlformats.org/officeDocument/2006/relationships/customXml" Target="../ink/ink30.xml"/><Relationship Id="rId79" Type="http://schemas.openxmlformats.org/officeDocument/2006/relationships/customXml" Target="../ink/ink42.xml"/><Relationship Id="rId102" Type="http://schemas.openxmlformats.org/officeDocument/2006/relationships/image" Target="../media/image46.png"/><Relationship Id="rId123" Type="http://schemas.openxmlformats.org/officeDocument/2006/relationships/image" Target="../media/image55.png"/><Relationship Id="rId144" Type="http://schemas.openxmlformats.org/officeDocument/2006/relationships/customXml" Target="../ink/ink79.xml"/><Relationship Id="rId90" Type="http://schemas.openxmlformats.org/officeDocument/2006/relationships/image" Target="../media/image41.png"/><Relationship Id="rId165" Type="http://schemas.openxmlformats.org/officeDocument/2006/relationships/customXml" Target="../ink/ink89.xml"/><Relationship Id="rId186" Type="http://schemas.openxmlformats.org/officeDocument/2006/relationships/customXml" Target="../ink/ink100.xml"/><Relationship Id="rId211" Type="http://schemas.openxmlformats.org/officeDocument/2006/relationships/customXml" Target="../ink/ink113.xml"/><Relationship Id="rId27" Type="http://schemas.openxmlformats.org/officeDocument/2006/relationships/image" Target="../media/image13.png"/><Relationship Id="rId48" Type="http://schemas.openxmlformats.org/officeDocument/2006/relationships/image" Target="../media/image23.png"/><Relationship Id="rId69" Type="http://schemas.openxmlformats.org/officeDocument/2006/relationships/image" Target="../media/image32.png"/><Relationship Id="rId113" Type="http://schemas.openxmlformats.org/officeDocument/2006/relationships/customXml" Target="../ink/ink61.xml"/><Relationship Id="rId134" Type="http://schemas.openxmlformats.org/officeDocument/2006/relationships/image" Target="../media/image60.png"/><Relationship Id="rId80" Type="http://schemas.openxmlformats.org/officeDocument/2006/relationships/customXml" Target="../ink/ink43.xml"/><Relationship Id="rId155" Type="http://schemas.openxmlformats.org/officeDocument/2006/relationships/customXml" Target="../ink/ink84.xml"/><Relationship Id="rId176" Type="http://schemas.openxmlformats.org/officeDocument/2006/relationships/customXml" Target="../ink/ink95.xml"/><Relationship Id="rId197" Type="http://schemas.openxmlformats.org/officeDocument/2006/relationships/customXml" Target="../ink/ink106.xml"/><Relationship Id="rId201" Type="http://schemas.openxmlformats.org/officeDocument/2006/relationships/customXml" Target="../ink/ink108.xml"/><Relationship Id="rId222" Type="http://schemas.openxmlformats.org/officeDocument/2006/relationships/customXml" Target="../ink/ink119.xml"/><Relationship Id="rId17" Type="http://schemas.openxmlformats.org/officeDocument/2006/relationships/image" Target="../media/image8.png"/><Relationship Id="rId38" Type="http://schemas.openxmlformats.org/officeDocument/2006/relationships/image" Target="../media/image18.png"/><Relationship Id="rId59" Type="http://schemas.openxmlformats.org/officeDocument/2006/relationships/image" Target="../media/image28.png"/><Relationship Id="rId103" Type="http://schemas.openxmlformats.org/officeDocument/2006/relationships/customXml" Target="../ink/ink56.xml"/><Relationship Id="rId124" Type="http://schemas.openxmlformats.org/officeDocument/2006/relationships/customXml" Target="../ink/ink68.xml"/><Relationship Id="rId70" Type="http://schemas.openxmlformats.org/officeDocument/2006/relationships/customXml" Target="../ink/ink37.xml"/><Relationship Id="rId91" Type="http://schemas.openxmlformats.org/officeDocument/2006/relationships/customXml" Target="../ink/ink49.xml"/><Relationship Id="rId145" Type="http://schemas.openxmlformats.org/officeDocument/2006/relationships/customXml" Target="../ink/ink80.xml"/><Relationship Id="rId166" Type="http://schemas.openxmlformats.org/officeDocument/2006/relationships/image" Target="../media/image76.png"/><Relationship Id="rId187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98.png"/><Relationship Id="rId28" Type="http://schemas.openxmlformats.org/officeDocument/2006/relationships/customXml" Target="../ink/ink14.xml"/><Relationship Id="rId49" Type="http://schemas.openxmlformats.org/officeDocument/2006/relationships/customXml" Target="../ink/ink25.xml"/><Relationship Id="rId114" Type="http://schemas.openxmlformats.org/officeDocument/2006/relationships/customXml" Target="../ink/ink62.xml"/><Relationship Id="rId60" Type="http://schemas.openxmlformats.org/officeDocument/2006/relationships/customXml" Target="../ink/ink31.xml"/><Relationship Id="rId81" Type="http://schemas.openxmlformats.org/officeDocument/2006/relationships/image" Target="../media/image37.png"/><Relationship Id="rId135" Type="http://schemas.openxmlformats.org/officeDocument/2006/relationships/customXml" Target="../ink/ink74.xml"/><Relationship Id="rId156" Type="http://schemas.openxmlformats.org/officeDocument/2006/relationships/image" Target="../media/image71.png"/><Relationship Id="rId177" Type="http://schemas.openxmlformats.org/officeDocument/2006/relationships/image" Target="../media/image81.png"/><Relationship Id="rId198" Type="http://schemas.openxmlformats.org/officeDocument/2006/relationships/image" Target="../media/image91.png"/><Relationship Id="rId202" Type="http://schemas.openxmlformats.org/officeDocument/2006/relationships/image" Target="../media/image93.png"/><Relationship Id="rId223" Type="http://schemas.openxmlformats.org/officeDocument/2006/relationships/image" Target="../media/image103.png"/><Relationship Id="rId18" Type="http://schemas.openxmlformats.org/officeDocument/2006/relationships/customXml" Target="../ink/ink9.xml"/><Relationship Id="rId39" Type="http://schemas.openxmlformats.org/officeDocument/2006/relationships/customXml" Target="../ink/ink20.xml"/><Relationship Id="rId50" Type="http://schemas.openxmlformats.org/officeDocument/2006/relationships/image" Target="../media/image24.png"/><Relationship Id="rId104" Type="http://schemas.openxmlformats.org/officeDocument/2006/relationships/image" Target="../media/image47.png"/><Relationship Id="rId125" Type="http://schemas.openxmlformats.org/officeDocument/2006/relationships/image" Target="../media/image56.png"/><Relationship Id="rId146" Type="http://schemas.openxmlformats.org/officeDocument/2006/relationships/image" Target="../media/image65.png"/><Relationship Id="rId167" Type="http://schemas.openxmlformats.org/officeDocument/2006/relationships/customXml" Target="../ink/ink90.xml"/><Relationship Id="rId188" Type="http://schemas.openxmlformats.org/officeDocument/2006/relationships/customXml" Target="../ink/ink101.xml"/><Relationship Id="rId71" Type="http://schemas.openxmlformats.org/officeDocument/2006/relationships/image" Target="../media/image33.png"/><Relationship Id="rId92" Type="http://schemas.openxmlformats.org/officeDocument/2006/relationships/customXml" Target="../ink/ink50.xml"/><Relationship Id="rId213" Type="http://schemas.openxmlformats.org/officeDocument/2006/relationships/customXml" Target="../ink/ink114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40" Type="http://schemas.openxmlformats.org/officeDocument/2006/relationships/image" Target="../media/image19.png"/><Relationship Id="rId115" Type="http://schemas.openxmlformats.org/officeDocument/2006/relationships/image" Target="../media/image52.png"/><Relationship Id="rId136" Type="http://schemas.openxmlformats.org/officeDocument/2006/relationships/image" Target="../media/image61.png"/><Relationship Id="rId157" Type="http://schemas.openxmlformats.org/officeDocument/2006/relationships/customXml" Target="../ink/ink85.xml"/><Relationship Id="rId178" Type="http://schemas.openxmlformats.org/officeDocument/2006/relationships/customXml" Target="../ink/ink96.xml"/><Relationship Id="rId61" Type="http://schemas.openxmlformats.org/officeDocument/2006/relationships/customXml" Target="../ink/ink32.xml"/><Relationship Id="rId82" Type="http://schemas.openxmlformats.org/officeDocument/2006/relationships/customXml" Target="../ink/ink44.xml"/><Relationship Id="rId199" Type="http://schemas.openxmlformats.org/officeDocument/2006/relationships/customXml" Target="../ink/ink107.xml"/><Relationship Id="rId203" Type="http://schemas.openxmlformats.org/officeDocument/2006/relationships/customXml" Target="../ink/ink109.xml"/><Relationship Id="rId19" Type="http://schemas.openxmlformats.org/officeDocument/2006/relationships/image" Target="../media/image9.png"/><Relationship Id="rId224" Type="http://schemas.openxmlformats.org/officeDocument/2006/relationships/customXml" Target="../ink/ink120.xml"/><Relationship Id="rId30" Type="http://schemas.openxmlformats.org/officeDocument/2006/relationships/customXml" Target="../ink/ink15.xml"/><Relationship Id="rId105" Type="http://schemas.openxmlformats.org/officeDocument/2006/relationships/customXml" Target="../ink/ink57.xml"/><Relationship Id="rId126" Type="http://schemas.openxmlformats.org/officeDocument/2006/relationships/customXml" Target="../ink/ink69.xml"/><Relationship Id="rId147" Type="http://schemas.openxmlformats.org/officeDocument/2006/relationships/image" Target="../media/image66.png"/><Relationship Id="rId168" Type="http://schemas.openxmlformats.org/officeDocument/2006/relationships/image" Target="../media/image77.png"/><Relationship Id="rId51" Type="http://schemas.openxmlformats.org/officeDocument/2006/relationships/customXml" Target="../ink/ink26.xml"/><Relationship Id="rId72" Type="http://schemas.openxmlformats.org/officeDocument/2006/relationships/customXml" Target="../ink/ink38.xml"/><Relationship Id="rId93" Type="http://schemas.openxmlformats.org/officeDocument/2006/relationships/image" Target="../media/image42.png"/><Relationship Id="rId189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1A14C26-FF07-1204-AE53-D50D88C99467}"/>
                  </a:ext>
                </a:extLst>
              </p14:cNvPr>
              <p14:cNvContentPartPr/>
              <p14:nvPr/>
            </p14:nvContentPartPr>
            <p14:xfrm>
              <a:off x="8375047" y="3217010"/>
              <a:ext cx="394200" cy="1289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1A14C26-FF07-1204-AE53-D50D88C994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68927" y="3210890"/>
                <a:ext cx="406440" cy="13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CA0298E-C833-9C99-001D-FACAEB5558BB}"/>
                  </a:ext>
                </a:extLst>
              </p14:cNvPr>
              <p14:cNvContentPartPr/>
              <p14:nvPr/>
            </p14:nvContentPartPr>
            <p14:xfrm>
              <a:off x="8489167" y="3902810"/>
              <a:ext cx="542160" cy="4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CA0298E-C833-9C99-001D-FACAEB5558B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83047" y="3896690"/>
                <a:ext cx="55440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C42B281-B8DA-A8F5-59BC-8B2C01DC2E5D}"/>
                  </a:ext>
                </a:extLst>
              </p14:cNvPr>
              <p14:cNvContentPartPr/>
              <p14:nvPr/>
            </p14:nvContentPartPr>
            <p14:xfrm>
              <a:off x="8508607" y="4514450"/>
              <a:ext cx="208080" cy="222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C42B281-B8DA-A8F5-59BC-8B2C01DC2E5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02487" y="4508330"/>
                <a:ext cx="22032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0B4AE3-959E-0EC0-AFC0-8766ADC6F3A6}"/>
                  </a:ext>
                </a:extLst>
              </p14:cNvPr>
              <p14:cNvContentPartPr/>
              <p14:nvPr/>
            </p14:nvContentPartPr>
            <p14:xfrm>
              <a:off x="9380527" y="4494290"/>
              <a:ext cx="245520" cy="220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0B4AE3-959E-0EC0-AFC0-8766ADC6F3A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74407" y="4488170"/>
                <a:ext cx="25776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2BCAFED-AD3E-EEE0-870B-B85C9E74C9D0}"/>
                  </a:ext>
                </a:extLst>
              </p14:cNvPr>
              <p14:cNvContentPartPr/>
              <p14:nvPr/>
            </p14:nvContentPartPr>
            <p14:xfrm>
              <a:off x="9255607" y="3796970"/>
              <a:ext cx="360" cy="277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2BCAFED-AD3E-EEE0-870B-B85C9E74C9D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249487" y="3790850"/>
                <a:ext cx="12600" cy="28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E1A9B6C8-167A-B81A-AB6A-0E5AEE546F86}"/>
              </a:ext>
            </a:extLst>
          </p:cNvPr>
          <p:cNvGrpSpPr/>
          <p:nvPr/>
        </p:nvGrpSpPr>
        <p:grpSpPr>
          <a:xfrm>
            <a:off x="9007927" y="3659450"/>
            <a:ext cx="541800" cy="847080"/>
            <a:chOff x="6364743" y="2546280"/>
            <a:chExt cx="541800" cy="84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FC10F47-D92B-DB61-47E9-6AC0C4253738}"/>
                    </a:ext>
                  </a:extLst>
                </p14:cNvPr>
                <p14:cNvContentPartPr/>
                <p14:nvPr/>
              </p14:nvContentPartPr>
              <p14:xfrm>
                <a:off x="6695583" y="2546280"/>
                <a:ext cx="210960" cy="847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FC10F47-D92B-DB61-47E9-6AC0C425373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89463" y="2540160"/>
                  <a:ext cx="223200" cy="85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F503139-5FF7-DD46-78A3-42CB9B9F534B}"/>
                    </a:ext>
                  </a:extLst>
                </p14:cNvPr>
                <p14:cNvContentPartPr/>
                <p14:nvPr/>
              </p14:nvContentPartPr>
              <p14:xfrm>
                <a:off x="6737343" y="2827800"/>
                <a:ext cx="147600" cy="145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F503139-5FF7-DD46-78A3-42CB9B9F534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731223" y="2821680"/>
                  <a:ext cx="1598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276A388-7768-DA36-35CC-6957ED67989C}"/>
                    </a:ext>
                  </a:extLst>
                </p14:cNvPr>
                <p14:cNvContentPartPr/>
                <p14:nvPr/>
              </p14:nvContentPartPr>
              <p14:xfrm>
                <a:off x="6726183" y="2787480"/>
                <a:ext cx="68400" cy="96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276A388-7768-DA36-35CC-6957ED67989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720063" y="2781360"/>
                  <a:ext cx="806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3A8393D-19C8-DA98-833B-F76191FD26B2}"/>
                    </a:ext>
                  </a:extLst>
                </p14:cNvPr>
                <p14:cNvContentPartPr/>
                <p14:nvPr/>
              </p14:nvContentPartPr>
              <p14:xfrm>
                <a:off x="6364743" y="2781000"/>
                <a:ext cx="242280" cy="12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3A8393D-19C8-DA98-833B-F76191FD26B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58623" y="2774880"/>
                  <a:ext cx="2545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6C3E724-8EC9-F15F-C204-D5B5B97817DF}"/>
                    </a:ext>
                  </a:extLst>
                </p14:cNvPr>
                <p14:cNvContentPartPr/>
                <p14:nvPr/>
              </p14:nvContentPartPr>
              <p14:xfrm>
                <a:off x="6610263" y="2787480"/>
                <a:ext cx="360" cy="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6C3E724-8EC9-F15F-C204-D5B5B97817D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04143" y="278136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9931287-6226-1CFE-3E55-51B0CE74EB55}"/>
                  </a:ext>
                </a:extLst>
              </p14:cNvPr>
              <p14:cNvContentPartPr/>
              <p14:nvPr/>
            </p14:nvContentPartPr>
            <p14:xfrm flipH="1">
              <a:off x="9505087" y="3555650"/>
              <a:ext cx="10800" cy="1296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9931287-6226-1CFE-3E55-51B0CE74EB5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 flipH="1">
                <a:off x="9499164" y="3549530"/>
                <a:ext cx="22645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0D25CCA-1DD8-A2DF-F51A-41063CC5FA0D}"/>
                  </a:ext>
                </a:extLst>
              </p14:cNvPr>
              <p14:cNvContentPartPr/>
              <p14:nvPr/>
            </p14:nvContentPartPr>
            <p14:xfrm>
              <a:off x="9503287" y="3547010"/>
              <a:ext cx="315000" cy="72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0D25CCA-1DD8-A2DF-F51A-41063CC5FA0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497167" y="3540890"/>
                <a:ext cx="327240" cy="1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87232A47-CD9F-6DF2-7BE2-AEBA346DEB71}"/>
              </a:ext>
            </a:extLst>
          </p:cNvPr>
          <p:cNvGrpSpPr/>
          <p:nvPr/>
        </p:nvGrpSpPr>
        <p:grpSpPr>
          <a:xfrm>
            <a:off x="7626058" y="2381100"/>
            <a:ext cx="762120" cy="1322280"/>
            <a:chOff x="4040957" y="1502880"/>
            <a:chExt cx="762120" cy="132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105FAAC-213C-8530-BD19-0272702C50A0}"/>
                    </a:ext>
                  </a:extLst>
                </p14:cNvPr>
                <p14:cNvContentPartPr/>
                <p14:nvPr/>
              </p14:nvContentPartPr>
              <p14:xfrm>
                <a:off x="4040957" y="1704840"/>
                <a:ext cx="762120" cy="1120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105FAAC-213C-8530-BD19-0272702C50A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34837" y="1698720"/>
                  <a:ext cx="774360" cy="11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C95BED1-1105-4D5C-78C3-DDC8F6533355}"/>
                    </a:ext>
                  </a:extLst>
                </p14:cNvPr>
                <p14:cNvContentPartPr/>
                <p14:nvPr/>
              </p14:nvContentPartPr>
              <p14:xfrm>
                <a:off x="4296557" y="1515480"/>
                <a:ext cx="87120" cy="102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C95BED1-1105-4D5C-78C3-DDC8F653335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90437" y="1509360"/>
                  <a:ext cx="993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816D81C-0519-1FF2-7F4B-7742BDCBB106}"/>
                    </a:ext>
                  </a:extLst>
                </p14:cNvPr>
                <p14:cNvContentPartPr/>
                <p14:nvPr/>
              </p14:nvContentPartPr>
              <p14:xfrm>
                <a:off x="4449557" y="1502880"/>
                <a:ext cx="106920" cy="72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816D81C-0519-1FF2-7F4B-7742BDCBB10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43437" y="1496760"/>
                  <a:ext cx="1191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347B7BA-DD0C-1BE7-AE34-7E6EF0B81DC9}"/>
                    </a:ext>
                  </a:extLst>
                </p14:cNvPr>
                <p14:cNvContentPartPr/>
                <p14:nvPr/>
              </p14:nvContentPartPr>
              <p14:xfrm>
                <a:off x="4531277" y="1525920"/>
                <a:ext cx="9360" cy="154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347B7BA-DD0C-1BE7-AE34-7E6EF0B81DC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525157" y="1519800"/>
                  <a:ext cx="2160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FC18300-4736-C6BF-813E-60A95F20DBAD}"/>
                  </a:ext>
                </a:extLst>
              </p14:cNvPr>
              <p14:cNvContentPartPr/>
              <p14:nvPr/>
            </p14:nvContentPartPr>
            <p14:xfrm>
              <a:off x="10880818" y="2952420"/>
              <a:ext cx="252360" cy="648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FC18300-4736-C6BF-813E-60A95F20DBA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874698" y="2946300"/>
                <a:ext cx="26460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3CA95E2-6054-3686-A2E3-4145FECB7195}"/>
                  </a:ext>
                </a:extLst>
              </p14:cNvPr>
              <p14:cNvContentPartPr/>
              <p14:nvPr/>
            </p14:nvContentPartPr>
            <p14:xfrm>
              <a:off x="11132818" y="2958900"/>
              <a:ext cx="360" cy="10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3CA95E2-6054-3686-A2E3-4145FECB719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126698" y="2952780"/>
                <a:ext cx="12600" cy="1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38A0A02A-F799-DE0F-F39C-A7ABC8AB6529}"/>
              </a:ext>
            </a:extLst>
          </p:cNvPr>
          <p:cNvGrpSpPr/>
          <p:nvPr/>
        </p:nvGrpSpPr>
        <p:grpSpPr>
          <a:xfrm>
            <a:off x="9362887" y="2597330"/>
            <a:ext cx="2058291" cy="1111450"/>
            <a:chOff x="5777786" y="1719110"/>
            <a:chExt cx="2058291" cy="111145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0C99ADA-7D5C-2688-2C90-C636E7168FC7}"/>
                    </a:ext>
                  </a:extLst>
                </p14:cNvPr>
                <p14:cNvContentPartPr/>
                <p14:nvPr/>
              </p14:nvContentPartPr>
              <p14:xfrm>
                <a:off x="5894786" y="1830350"/>
                <a:ext cx="5040" cy="258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0C99ADA-7D5C-2688-2C90-C636E7168FC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888666" y="1824230"/>
                  <a:ext cx="172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71A6A02-F73C-A139-95A9-6A214ECB7B80}"/>
                    </a:ext>
                  </a:extLst>
                </p14:cNvPr>
                <p14:cNvContentPartPr/>
                <p14:nvPr/>
              </p14:nvContentPartPr>
              <p14:xfrm>
                <a:off x="5777786" y="1827830"/>
                <a:ext cx="224640" cy="9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71A6A02-F73C-A139-95A9-6A214ECB7B8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771666" y="1821710"/>
                  <a:ext cx="2368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D08EF68-FFC6-D25B-3077-FF0ACFB6AA4D}"/>
                    </a:ext>
                  </a:extLst>
                </p14:cNvPr>
                <p14:cNvContentPartPr/>
                <p14:nvPr/>
              </p14:nvContentPartPr>
              <p14:xfrm>
                <a:off x="6055706" y="1719110"/>
                <a:ext cx="92160" cy="130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D08EF68-FFC6-D25B-3077-FF0ACFB6AA4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049586" y="1712990"/>
                  <a:ext cx="1044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2B04ED6-CEA2-0D37-7EC0-F37CFA7A4DF4}"/>
                    </a:ext>
                  </a:extLst>
                </p14:cNvPr>
                <p14:cNvContentPartPr/>
                <p14:nvPr/>
              </p14:nvContentPartPr>
              <p14:xfrm>
                <a:off x="6165866" y="1832870"/>
                <a:ext cx="360" cy="34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2B04ED6-CEA2-0D37-7EC0-F37CFA7A4DF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159746" y="1826750"/>
                  <a:ext cx="126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EE5162F-472E-846D-CCE7-F0D9D08D59D4}"/>
                    </a:ext>
                  </a:extLst>
                </p14:cNvPr>
                <p14:cNvContentPartPr/>
                <p14:nvPr/>
              </p14:nvContentPartPr>
              <p14:xfrm>
                <a:off x="6163706" y="1825310"/>
                <a:ext cx="39600" cy="41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EE5162F-472E-846D-CCE7-F0D9D08D59D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157586" y="1819190"/>
                  <a:ext cx="518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445E89B-62C1-F6CC-8732-63C2D5287935}"/>
                    </a:ext>
                  </a:extLst>
                </p14:cNvPr>
                <p14:cNvContentPartPr/>
                <p14:nvPr/>
              </p14:nvContentPartPr>
              <p14:xfrm>
                <a:off x="6239666" y="1815950"/>
                <a:ext cx="360" cy="61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445E89B-62C1-F6CC-8732-63C2D528793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233546" y="1809830"/>
                  <a:ext cx="126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5533B8F-6D94-841F-BC84-D56046C2D23B}"/>
                    </a:ext>
                  </a:extLst>
                </p14:cNvPr>
                <p14:cNvContentPartPr/>
                <p14:nvPr/>
              </p14:nvContentPartPr>
              <p14:xfrm>
                <a:off x="6239666" y="1806950"/>
                <a:ext cx="40320" cy="65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5533B8F-6D94-841F-BC84-D56046C2D23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233546" y="1800830"/>
                  <a:ext cx="525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34C1CC1-A517-72E0-587E-F82F1809CBED}"/>
                    </a:ext>
                  </a:extLst>
                </p14:cNvPr>
                <p14:cNvContentPartPr/>
                <p14:nvPr/>
              </p14:nvContentPartPr>
              <p14:xfrm>
                <a:off x="6258386" y="2629190"/>
                <a:ext cx="77400" cy="76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34C1CC1-A517-72E0-587E-F82F1809CBE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252266" y="2623070"/>
                  <a:ext cx="896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9B343D3-3D0B-B967-E808-EF7982D17827}"/>
                    </a:ext>
                  </a:extLst>
                </p14:cNvPr>
                <p14:cNvContentPartPr/>
                <p14:nvPr/>
              </p14:nvContentPartPr>
              <p14:xfrm>
                <a:off x="6269546" y="2630990"/>
                <a:ext cx="360" cy="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9B343D3-3D0B-B967-E808-EF7982D1782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63426" y="262487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A378F8C-8DEF-13EA-D697-8BA317D1C7C7}"/>
                    </a:ext>
                  </a:extLst>
                </p14:cNvPr>
                <p14:cNvContentPartPr/>
                <p14:nvPr/>
              </p14:nvContentPartPr>
              <p14:xfrm>
                <a:off x="5901266" y="2089190"/>
                <a:ext cx="336240" cy="12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A378F8C-8DEF-13EA-D697-8BA317D1C7C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895146" y="2083070"/>
                  <a:ext cx="3484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671543E-2C83-82AF-355E-923471A49A36}"/>
                    </a:ext>
                  </a:extLst>
                </p14:cNvPr>
                <p14:cNvContentPartPr/>
                <p14:nvPr/>
              </p14:nvContentPartPr>
              <p14:xfrm>
                <a:off x="6255506" y="2074430"/>
                <a:ext cx="82800" cy="65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671543E-2C83-82AF-355E-923471A49A3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49386" y="2068310"/>
                  <a:ext cx="950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C924D5B-3549-4D38-D980-4C288B88E489}"/>
                    </a:ext>
                  </a:extLst>
                </p14:cNvPr>
                <p14:cNvContentPartPr/>
                <p14:nvPr/>
              </p14:nvContentPartPr>
              <p14:xfrm>
                <a:off x="6474917" y="2095080"/>
                <a:ext cx="361800" cy="15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C924D5B-3549-4D38-D980-4C288B88E48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468797" y="2088960"/>
                  <a:ext cx="374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C94898B-76BF-3EB8-295F-DDBBFB305659}"/>
                    </a:ext>
                  </a:extLst>
                </p14:cNvPr>
                <p14:cNvContentPartPr/>
                <p14:nvPr/>
              </p14:nvContentPartPr>
              <p14:xfrm>
                <a:off x="6838877" y="2095440"/>
                <a:ext cx="360" cy="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C94898B-76BF-3EB8-295F-DDBBFB30565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32757" y="20893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725301E-A41B-9ED7-ED89-B4200705EEC7}"/>
                    </a:ext>
                  </a:extLst>
                </p14:cNvPr>
                <p14:cNvContentPartPr/>
                <p14:nvPr/>
              </p14:nvContentPartPr>
              <p14:xfrm>
                <a:off x="6841397" y="2032800"/>
                <a:ext cx="480240" cy="101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725301E-A41B-9ED7-ED89-B4200705EEC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835277" y="2026680"/>
                  <a:ext cx="4924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97082B4-6284-FB0E-6EED-8CCDFC5F30CC}"/>
                    </a:ext>
                  </a:extLst>
                </p14:cNvPr>
                <p14:cNvContentPartPr/>
                <p14:nvPr/>
              </p14:nvContentPartPr>
              <p14:xfrm>
                <a:off x="7183757" y="2101560"/>
                <a:ext cx="4680" cy="164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97082B4-6284-FB0E-6EED-8CCDFC5F30C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177637" y="2095440"/>
                  <a:ext cx="169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383BC82-7C1F-F5D7-AE14-174599FFCCF6}"/>
                    </a:ext>
                  </a:extLst>
                </p14:cNvPr>
                <p14:cNvContentPartPr/>
                <p14:nvPr/>
              </p14:nvContentPartPr>
              <p14:xfrm>
                <a:off x="7188077" y="2268960"/>
                <a:ext cx="360" cy="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383BC82-7C1F-F5D7-AE14-174599FFCCF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81957" y="22628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066ED2C-05A4-3C0B-7319-076CED0C3FA4}"/>
                    </a:ext>
                  </a:extLst>
                </p14:cNvPr>
                <p14:cNvContentPartPr/>
                <p14:nvPr/>
              </p14:nvContentPartPr>
              <p14:xfrm>
                <a:off x="7086557" y="2270760"/>
                <a:ext cx="210600" cy="24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066ED2C-05A4-3C0B-7319-076CED0C3FA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080437" y="2264640"/>
                  <a:ext cx="222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DF99AD6-CBB3-6236-5400-B0896A9FC896}"/>
                    </a:ext>
                  </a:extLst>
                </p14:cNvPr>
                <p14:cNvContentPartPr/>
                <p14:nvPr/>
              </p14:nvContentPartPr>
              <p14:xfrm>
                <a:off x="7077917" y="2383800"/>
                <a:ext cx="283320" cy="12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DF99AD6-CBB3-6236-5400-B0896A9FC89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071797" y="2377680"/>
                  <a:ext cx="2955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8B29356-03D6-37AE-6AFE-D1E3B9A06E90}"/>
                    </a:ext>
                  </a:extLst>
                </p14:cNvPr>
                <p14:cNvContentPartPr/>
                <p14:nvPr/>
              </p14:nvContentPartPr>
              <p14:xfrm>
                <a:off x="7173317" y="2389560"/>
                <a:ext cx="25920" cy="188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8B29356-03D6-37AE-6AFE-D1E3B9A06E9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167197" y="2383440"/>
                  <a:ext cx="381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72321BB-B80E-1A0E-E0C8-B2F03E766956}"/>
                    </a:ext>
                  </a:extLst>
                </p14:cNvPr>
                <p14:cNvContentPartPr/>
                <p14:nvPr/>
              </p14:nvContentPartPr>
              <p14:xfrm>
                <a:off x="6474917" y="2633640"/>
                <a:ext cx="1105560" cy="35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72321BB-B80E-1A0E-E0C8-B2F03E76695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468797" y="2627520"/>
                  <a:ext cx="11178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56ACFF3-7520-7E39-7974-D9B8A9B0DD2A}"/>
                    </a:ext>
                  </a:extLst>
                </p14:cNvPr>
                <p14:cNvContentPartPr/>
                <p14:nvPr/>
              </p14:nvContentPartPr>
              <p14:xfrm>
                <a:off x="7194557" y="2573880"/>
                <a:ext cx="360" cy="64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56ACFF3-7520-7E39-7974-D9B8A9B0DD2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88437" y="2567760"/>
                  <a:ext cx="126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0694D58-054D-ECB4-6E51-552B269D532A}"/>
                    </a:ext>
                  </a:extLst>
                </p14:cNvPr>
                <p14:cNvContentPartPr/>
                <p14:nvPr/>
              </p14:nvContentPartPr>
              <p14:xfrm>
                <a:off x="7194557" y="2641560"/>
                <a:ext cx="360" cy="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0694D58-054D-ECB4-6E51-552B269D532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88437" y="2635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3D51AD9-86D5-174C-56C6-1C4CD78B67CC}"/>
                    </a:ext>
                  </a:extLst>
                </p14:cNvPr>
                <p14:cNvContentPartPr/>
                <p14:nvPr/>
              </p14:nvContentPartPr>
              <p14:xfrm>
                <a:off x="7183757" y="2088960"/>
                <a:ext cx="360" cy="15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3D51AD9-86D5-174C-56C6-1C4CD78B67C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177637" y="2082840"/>
                  <a:ext cx="126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17C2417-5C44-B4E0-86FE-309FB47DE124}"/>
                    </a:ext>
                  </a:extLst>
                </p14:cNvPr>
                <p14:cNvContentPartPr/>
                <p14:nvPr/>
              </p14:nvContentPartPr>
              <p14:xfrm>
                <a:off x="7183757" y="2108040"/>
                <a:ext cx="360" cy="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17C2417-5C44-B4E0-86FE-309FB47DE12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77637" y="2101920"/>
                  <a:ext cx="1260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F85E3B3-653C-D282-C8B3-03B982975E10}"/>
                    </a:ext>
                  </a:extLst>
                </p14:cNvPr>
                <p14:cNvContentPartPr/>
                <p14:nvPr/>
              </p14:nvContentPartPr>
              <p14:xfrm>
                <a:off x="7428557" y="1953240"/>
                <a:ext cx="340920" cy="811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F85E3B3-653C-D282-C8B3-03B982975E1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422437" y="1947120"/>
                  <a:ext cx="353160" cy="82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B239C37-ACE5-C3B7-D932-88BF15027A70}"/>
                    </a:ext>
                  </a:extLst>
                </p14:cNvPr>
                <p14:cNvContentPartPr/>
                <p14:nvPr/>
              </p14:nvContentPartPr>
              <p14:xfrm>
                <a:off x="7695317" y="2688000"/>
                <a:ext cx="140760" cy="1425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B239C37-ACE5-C3B7-D932-88BF15027A7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89197" y="2681880"/>
                  <a:ext cx="1530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AB8C0B3-9289-014D-3F33-39E8B2C30097}"/>
                    </a:ext>
                  </a:extLst>
                </p14:cNvPr>
                <p14:cNvContentPartPr/>
                <p14:nvPr/>
              </p14:nvContentPartPr>
              <p14:xfrm>
                <a:off x="7613597" y="1889880"/>
                <a:ext cx="192240" cy="136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AB8C0B3-9289-014D-3F33-39E8B2C3009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607477" y="1883760"/>
                  <a:ext cx="2044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67F9FB9-03E8-6B0F-55DB-F77D61E89F1F}"/>
                    </a:ext>
                  </a:extLst>
                </p14:cNvPr>
                <p14:cNvContentPartPr/>
                <p14:nvPr/>
              </p14:nvContentPartPr>
              <p14:xfrm>
                <a:off x="7664357" y="2029920"/>
                <a:ext cx="360" cy="7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67F9FB9-03E8-6B0F-55DB-F77D61E89F1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658237" y="2023800"/>
                  <a:ext cx="12600" cy="1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08864F78-CAD5-5749-BEF2-642222EF3F65}"/>
                  </a:ext>
                </a:extLst>
              </p14:cNvPr>
              <p14:cNvContentPartPr/>
              <p14:nvPr/>
            </p14:nvContentPartPr>
            <p14:xfrm>
              <a:off x="7180378" y="3305940"/>
              <a:ext cx="466560" cy="252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08864F78-CAD5-5749-BEF2-642222EF3F65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174258" y="3299820"/>
                <a:ext cx="478800" cy="1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16F24EA0-5537-1CA8-EFAE-2DB58E4017EA}"/>
              </a:ext>
            </a:extLst>
          </p:cNvPr>
          <p:cNvGrpSpPr/>
          <p:nvPr/>
        </p:nvGrpSpPr>
        <p:grpSpPr>
          <a:xfrm>
            <a:off x="7066978" y="3301620"/>
            <a:ext cx="112320" cy="496080"/>
            <a:chOff x="3481877" y="2423400"/>
            <a:chExt cx="112320" cy="49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BD5A357-61CA-47C4-A0F3-636B4B422602}"/>
                    </a:ext>
                  </a:extLst>
                </p14:cNvPr>
                <p14:cNvContentPartPr/>
                <p14:nvPr/>
              </p14:nvContentPartPr>
              <p14:xfrm>
                <a:off x="3483677" y="2423400"/>
                <a:ext cx="110520" cy="3279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BD5A357-61CA-47C4-A0F3-636B4B42260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477557" y="2417280"/>
                  <a:ext cx="1227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02BCA06-08BD-11BC-139D-9379D7ADE9D5}"/>
                    </a:ext>
                  </a:extLst>
                </p14:cNvPr>
                <p14:cNvContentPartPr/>
                <p14:nvPr/>
              </p14:nvContentPartPr>
              <p14:xfrm>
                <a:off x="3481877" y="2751720"/>
                <a:ext cx="360" cy="7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02BCA06-08BD-11BC-139D-9379D7ADE9D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75757" y="2745600"/>
                  <a:ext cx="1260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1AAC737-8FF3-C212-0836-233976532C0E}"/>
                    </a:ext>
                  </a:extLst>
                </p14:cNvPr>
                <p14:cNvContentPartPr/>
                <p14:nvPr/>
              </p14:nvContentPartPr>
              <p14:xfrm>
                <a:off x="3568637" y="2781240"/>
                <a:ext cx="2520" cy="1382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1AAC737-8FF3-C212-0836-233976532C0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562517" y="2775120"/>
                  <a:ext cx="14760" cy="15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A18F877F-9FC2-29BD-5948-2D94BE4244A0}"/>
                  </a:ext>
                </a:extLst>
              </p14:cNvPr>
              <p14:cNvContentPartPr/>
              <p14:nvPr/>
            </p14:nvContentPartPr>
            <p14:xfrm>
              <a:off x="7096498" y="3795540"/>
              <a:ext cx="108720" cy="11160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A18F877F-9FC2-29BD-5948-2D94BE4244A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090378" y="3789420"/>
                <a:ext cx="120960" cy="12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418CF9E-F026-2733-FEFE-D0E267997F60}"/>
              </a:ext>
            </a:extLst>
          </p:cNvPr>
          <p:cNvGrpSpPr/>
          <p:nvPr/>
        </p:nvGrpSpPr>
        <p:grpSpPr>
          <a:xfrm>
            <a:off x="6929458" y="3208380"/>
            <a:ext cx="186840" cy="298800"/>
            <a:chOff x="3344357" y="2330160"/>
            <a:chExt cx="18684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3583EDD-76FB-1AD9-5191-593D6DF0020D}"/>
                    </a:ext>
                  </a:extLst>
                </p14:cNvPr>
                <p14:cNvContentPartPr/>
                <p14:nvPr/>
              </p14:nvContentPartPr>
              <p14:xfrm>
                <a:off x="3344357" y="2330160"/>
                <a:ext cx="156600" cy="280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3583EDD-76FB-1AD9-5191-593D6DF0020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338237" y="2324040"/>
                  <a:ext cx="1688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8CCD918-12B0-C2F6-7FC0-B8181933E12E}"/>
                    </a:ext>
                  </a:extLst>
                </p14:cNvPr>
                <p14:cNvContentPartPr/>
                <p14:nvPr/>
              </p14:nvContentPartPr>
              <p14:xfrm>
                <a:off x="3415997" y="2479560"/>
                <a:ext cx="115200" cy="149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8CCD918-12B0-C2F6-7FC0-B8181933E12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409877" y="2473440"/>
                  <a:ext cx="1274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065BF02-0ACB-75EF-3891-1C7A3483313E}"/>
                    </a:ext>
                  </a:extLst>
                </p14:cNvPr>
                <p14:cNvContentPartPr/>
                <p14:nvPr/>
              </p14:nvContentPartPr>
              <p14:xfrm>
                <a:off x="3530477" y="2475960"/>
                <a:ext cx="360" cy="7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065BF02-0ACB-75EF-3891-1C7A3483313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24357" y="2469840"/>
                  <a:ext cx="12600" cy="1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D20EF7B4-8318-2A03-4CFD-C9B13486DCE9}"/>
                  </a:ext>
                </a:extLst>
              </p14:cNvPr>
              <p14:cNvContentPartPr/>
              <p14:nvPr/>
            </p14:nvContentPartPr>
            <p14:xfrm>
              <a:off x="6543898" y="2688540"/>
              <a:ext cx="52200" cy="12204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D20EF7B4-8318-2A03-4CFD-C9B13486DCE9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537778" y="2682420"/>
                <a:ext cx="64440" cy="13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4C90F6F-E339-5C03-0092-450880B7EBF2}"/>
              </a:ext>
            </a:extLst>
          </p:cNvPr>
          <p:cNvGrpSpPr/>
          <p:nvPr/>
        </p:nvGrpSpPr>
        <p:grpSpPr>
          <a:xfrm>
            <a:off x="6618058" y="2649660"/>
            <a:ext cx="705240" cy="437400"/>
            <a:chOff x="3032957" y="1771440"/>
            <a:chExt cx="705240" cy="43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99AE916-BA68-4A60-BDA5-F479E10A4B0B}"/>
                    </a:ext>
                  </a:extLst>
                </p14:cNvPr>
                <p14:cNvContentPartPr/>
                <p14:nvPr/>
              </p14:nvContentPartPr>
              <p14:xfrm>
                <a:off x="3032957" y="1880520"/>
                <a:ext cx="41400" cy="712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99AE916-BA68-4A60-BDA5-F479E10A4B0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026837" y="1874400"/>
                  <a:ext cx="536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E1841B7-25F6-40F2-4882-E2D3DD990831}"/>
                    </a:ext>
                  </a:extLst>
                </p14:cNvPr>
                <p14:cNvContentPartPr/>
                <p14:nvPr/>
              </p14:nvContentPartPr>
              <p14:xfrm>
                <a:off x="3115397" y="1879440"/>
                <a:ext cx="1440" cy="1436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E1841B7-25F6-40F2-4882-E2D3DD99083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109277" y="1873320"/>
                  <a:ext cx="136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F4F5333-2C27-906B-0C80-ADF3B716A212}"/>
                    </a:ext>
                  </a:extLst>
                </p14:cNvPr>
                <p14:cNvContentPartPr/>
                <p14:nvPr/>
              </p14:nvContentPartPr>
              <p14:xfrm>
                <a:off x="3119717" y="1871160"/>
                <a:ext cx="47880" cy="66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F4F5333-2C27-906B-0C80-ADF3B716A21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113597" y="1865040"/>
                  <a:ext cx="601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8163581-03E8-C380-9E1B-AF72C6FE3021}"/>
                    </a:ext>
                  </a:extLst>
                </p14:cNvPr>
                <p14:cNvContentPartPr/>
                <p14:nvPr/>
              </p14:nvContentPartPr>
              <p14:xfrm>
                <a:off x="3185597" y="1784400"/>
                <a:ext cx="360" cy="137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8163581-03E8-C380-9E1B-AF72C6FE302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179477" y="1778280"/>
                  <a:ext cx="126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583009F-9AB0-0E05-C5B9-DBB0789259F6}"/>
                    </a:ext>
                  </a:extLst>
                </p14:cNvPr>
                <p14:cNvContentPartPr/>
                <p14:nvPr/>
              </p14:nvContentPartPr>
              <p14:xfrm>
                <a:off x="3231677" y="1859280"/>
                <a:ext cx="56520" cy="666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583009F-9AB0-0E05-C5B9-DBB0789259F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225557" y="1853160"/>
                  <a:ext cx="687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558BF77-028E-5294-FCAF-5E02A3B943BB}"/>
                    </a:ext>
                  </a:extLst>
                </p14:cNvPr>
                <p14:cNvContentPartPr/>
                <p14:nvPr/>
              </p14:nvContentPartPr>
              <p14:xfrm>
                <a:off x="3289277" y="1928040"/>
                <a:ext cx="360" cy="3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558BF77-028E-5294-FCAF-5E02A3B943B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83157" y="19219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D164628-5A0E-E217-8B9B-E5812B57DB91}"/>
                    </a:ext>
                  </a:extLst>
                </p14:cNvPr>
                <p14:cNvContentPartPr/>
                <p14:nvPr/>
              </p14:nvContentPartPr>
              <p14:xfrm>
                <a:off x="3329237" y="1864680"/>
                <a:ext cx="29880" cy="61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D164628-5A0E-E217-8B9B-E5812B57DB9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323117" y="1858560"/>
                  <a:ext cx="421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30F72A0-933F-4DDB-6AA1-CFC563B5B016}"/>
                    </a:ext>
                  </a:extLst>
                </p14:cNvPr>
                <p14:cNvContentPartPr/>
                <p14:nvPr/>
              </p14:nvContentPartPr>
              <p14:xfrm>
                <a:off x="3365237" y="1925880"/>
                <a:ext cx="720" cy="3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30F72A0-933F-4DDB-6AA1-CFC563B5B01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59117" y="1919760"/>
                  <a:ext cx="12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30529F7-F0B5-BD8D-50EC-C4FF2B2DCB8C}"/>
                    </a:ext>
                  </a:extLst>
                </p14:cNvPr>
                <p14:cNvContentPartPr/>
                <p14:nvPr/>
              </p14:nvContentPartPr>
              <p14:xfrm>
                <a:off x="3390797" y="1872240"/>
                <a:ext cx="52200" cy="712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30529F7-F0B5-BD8D-50EC-C4FF2B2DCB8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384677" y="1866120"/>
                  <a:ext cx="644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E7C7E2B-92E8-BC59-287F-794F9FA6ED8C}"/>
                    </a:ext>
                  </a:extLst>
                </p14:cNvPr>
                <p14:cNvContentPartPr/>
                <p14:nvPr/>
              </p14:nvContentPartPr>
              <p14:xfrm>
                <a:off x="3572957" y="1862520"/>
                <a:ext cx="67680" cy="597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E7C7E2B-92E8-BC59-287F-794F9FA6ED8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566837" y="1856400"/>
                  <a:ext cx="799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E5A2481-80D9-8840-A37D-E3559B3D0302}"/>
                    </a:ext>
                  </a:extLst>
                </p14:cNvPr>
                <p14:cNvContentPartPr/>
                <p14:nvPr/>
              </p14:nvContentPartPr>
              <p14:xfrm>
                <a:off x="3642797" y="1877280"/>
                <a:ext cx="1080" cy="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E5A2481-80D9-8840-A37D-E3559B3D030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36677" y="1871160"/>
                  <a:ext cx="133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048E4A8-9255-A344-F544-F5B5128E5AC5}"/>
                    </a:ext>
                  </a:extLst>
                </p14:cNvPr>
                <p14:cNvContentPartPr/>
                <p14:nvPr/>
              </p14:nvContentPartPr>
              <p14:xfrm>
                <a:off x="3642797" y="1771440"/>
                <a:ext cx="95400" cy="2055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048E4A8-9255-A344-F544-F5B5128E5AC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636677" y="1765320"/>
                  <a:ext cx="1076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1628306-B9A7-0515-9D5D-5929E54E9695}"/>
                    </a:ext>
                  </a:extLst>
                </p14:cNvPr>
                <p14:cNvContentPartPr/>
                <p14:nvPr/>
              </p14:nvContentPartPr>
              <p14:xfrm>
                <a:off x="3045917" y="2042520"/>
                <a:ext cx="2520" cy="1285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1628306-B9A7-0515-9D5D-5929E54E969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039797" y="2036400"/>
                  <a:ext cx="147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2CA26F9-5095-693F-67F9-B500D8E164F6}"/>
                    </a:ext>
                  </a:extLst>
                </p14:cNvPr>
                <p14:cNvContentPartPr/>
                <p14:nvPr/>
              </p14:nvContentPartPr>
              <p14:xfrm>
                <a:off x="3043757" y="2107320"/>
                <a:ext cx="56160" cy="136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2CA26F9-5095-693F-67F9-B500D8E164F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037637" y="2101200"/>
                  <a:ext cx="684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AA34D25-116A-D7B7-AD2C-30C5F6B705B0}"/>
                    </a:ext>
                  </a:extLst>
                </p14:cNvPr>
                <p14:cNvContentPartPr/>
                <p14:nvPr/>
              </p14:nvContentPartPr>
              <p14:xfrm>
                <a:off x="3115757" y="2065920"/>
                <a:ext cx="2520" cy="1062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AA34D25-116A-D7B7-AD2C-30C5F6B705B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109637" y="2059800"/>
                  <a:ext cx="147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A59BDBC-6E9C-2277-5825-51B6E03DBC6A}"/>
                    </a:ext>
                  </a:extLst>
                </p14:cNvPr>
                <p14:cNvContentPartPr/>
                <p14:nvPr/>
              </p14:nvContentPartPr>
              <p14:xfrm>
                <a:off x="3156077" y="2112360"/>
                <a:ext cx="2520" cy="69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A59BDBC-6E9C-2277-5825-51B6E03DBC6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149957" y="2106240"/>
                  <a:ext cx="147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17F3622-6004-4F00-3586-CEC6DD9DC54B}"/>
                    </a:ext>
                  </a:extLst>
                </p14:cNvPr>
                <p14:cNvContentPartPr/>
                <p14:nvPr/>
              </p14:nvContentPartPr>
              <p14:xfrm>
                <a:off x="3157877" y="2069880"/>
                <a:ext cx="360" cy="3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17F3622-6004-4F00-3586-CEC6DD9DC54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51757" y="206376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DC8EFC0-888D-0F34-56B1-7A44B5F6EA18}"/>
                    </a:ext>
                  </a:extLst>
                </p14:cNvPr>
                <p14:cNvContentPartPr/>
                <p14:nvPr/>
              </p14:nvContentPartPr>
              <p14:xfrm>
                <a:off x="3181277" y="2114520"/>
                <a:ext cx="39240" cy="3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DC8EFC0-888D-0F34-56B1-7A44B5F6EA1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175157" y="2108400"/>
                  <a:ext cx="514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58AE2E6-0FB3-88D9-0EC8-B2378434D599}"/>
                    </a:ext>
                  </a:extLst>
                </p14:cNvPr>
                <p14:cNvContentPartPr/>
                <p14:nvPr/>
              </p14:nvContentPartPr>
              <p14:xfrm>
                <a:off x="3234197" y="2057640"/>
                <a:ext cx="72360" cy="1317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58AE2E6-0FB3-88D9-0EC8-B2378434D59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228077" y="2051520"/>
                  <a:ext cx="846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2387360-42E0-96B9-0E2B-5FC1A2C15E0B}"/>
                    </a:ext>
                  </a:extLst>
                </p14:cNvPr>
                <p14:cNvContentPartPr/>
                <p14:nvPr/>
              </p14:nvContentPartPr>
              <p14:xfrm>
                <a:off x="3362357" y="2048280"/>
                <a:ext cx="79560" cy="1605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2387360-42E0-96B9-0E2B-5FC1A2C15E0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356237" y="2042160"/>
                  <a:ext cx="918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B40192A-3C1B-C2E3-97A8-59D666579C66}"/>
                    </a:ext>
                  </a:extLst>
                </p14:cNvPr>
                <p14:cNvContentPartPr/>
                <p14:nvPr/>
              </p14:nvContentPartPr>
              <p14:xfrm>
                <a:off x="3477197" y="2057280"/>
                <a:ext cx="6840" cy="1382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B40192A-3C1B-C2E3-97A8-59D666579C6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471077" y="2051160"/>
                  <a:ext cx="190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5E504F8-AFCA-0517-3A4F-0B7DDC7D9199}"/>
                    </a:ext>
                  </a:extLst>
                </p14:cNvPr>
                <p14:cNvContentPartPr/>
                <p14:nvPr/>
              </p14:nvContentPartPr>
              <p14:xfrm>
                <a:off x="3481877" y="2051160"/>
                <a:ext cx="46440" cy="70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5E504F8-AFCA-0517-3A4F-0B7DDC7D919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475757" y="2045040"/>
                  <a:ext cx="586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6A6D6EC-2A6D-F1A3-2D32-547558FC1B73}"/>
                    </a:ext>
                  </a:extLst>
                </p14:cNvPr>
                <p14:cNvContentPartPr/>
                <p14:nvPr/>
              </p14:nvContentPartPr>
              <p14:xfrm>
                <a:off x="3487997" y="2120640"/>
                <a:ext cx="360" cy="3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6A6D6EC-2A6D-F1A3-2D32-547558FC1B7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81877" y="21145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B7602FE-B6F5-424E-14C4-1EF4D5FDB21E}"/>
                    </a:ext>
                  </a:extLst>
                </p14:cNvPr>
                <p14:cNvContentPartPr/>
                <p14:nvPr/>
              </p14:nvContentPartPr>
              <p14:xfrm>
                <a:off x="3562157" y="2042520"/>
                <a:ext cx="360" cy="1432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B7602FE-B6F5-424E-14C4-1EF4D5FDB21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556037" y="2036400"/>
                  <a:ext cx="126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C3AE7C7-2D3E-A1A2-065C-7FBCD99624C5}"/>
                    </a:ext>
                  </a:extLst>
                </p14:cNvPr>
                <p14:cNvContentPartPr/>
                <p14:nvPr/>
              </p14:nvContentPartPr>
              <p14:xfrm>
                <a:off x="3599597" y="2043240"/>
                <a:ext cx="70920" cy="1382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C3AE7C7-2D3E-A1A2-065C-7FBCD99624C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593477" y="2037120"/>
                  <a:ext cx="83160" cy="1504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46" name="Picture 145">
            <a:extLst>
              <a:ext uri="{FF2B5EF4-FFF2-40B4-BE49-F238E27FC236}">
                <a16:creationId xmlns:a16="http://schemas.microsoft.com/office/drawing/2014/main" id="{7A9065A2-82C4-5815-F0BA-0D6E600E72CA}"/>
              </a:ext>
            </a:extLst>
          </p:cNvPr>
          <p:cNvPicPr>
            <a:picLocks noChangeAspect="1"/>
          </p:cNvPicPr>
          <p:nvPr/>
        </p:nvPicPr>
        <p:blipFill>
          <a:blip r:embed="rId147"/>
          <a:srcRect l="7123" t="26078" r="3987" b="40262"/>
          <a:stretch>
            <a:fillRect/>
          </a:stretch>
        </p:blipFill>
        <p:spPr>
          <a:xfrm rot="10800000" flipH="1">
            <a:off x="1709196" y="2264312"/>
            <a:ext cx="4572000" cy="2308413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A0284485-D921-E2F1-AFE5-3087AE3D2293}"/>
              </a:ext>
            </a:extLst>
          </p:cNvPr>
          <p:cNvPicPr>
            <a:picLocks noChangeAspect="1"/>
          </p:cNvPicPr>
          <p:nvPr/>
        </p:nvPicPr>
        <p:blipFill>
          <a:blip r:embed="rId148">
            <a:alphaModFix/>
          </a:blip>
          <a:srcRect l="31699" t="39085" r="36493" b="48954"/>
          <a:stretch>
            <a:fillRect/>
          </a:stretch>
        </p:blipFill>
        <p:spPr>
          <a:xfrm>
            <a:off x="1683589" y="2306644"/>
            <a:ext cx="4604206" cy="230841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49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8B6A101D-6524-0C82-BBFE-F858D71332A8}"/>
                  </a:ext>
                </a:extLst>
              </p14:cNvPr>
              <p14:cNvContentPartPr/>
              <p14:nvPr/>
            </p14:nvContentPartPr>
            <p14:xfrm>
              <a:off x="3262377" y="4211814"/>
              <a:ext cx="360" cy="36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8B6A101D-6524-0C82-BBFE-F858D71332A8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3253737" y="420281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49" name="Oval 148">
            <a:extLst>
              <a:ext uri="{FF2B5EF4-FFF2-40B4-BE49-F238E27FC236}">
                <a16:creationId xmlns:a16="http://schemas.microsoft.com/office/drawing/2014/main" id="{5D9C57AD-C976-DA4C-5239-E5D1EE0470CC}"/>
              </a:ext>
            </a:extLst>
          </p:cNvPr>
          <p:cNvSpPr/>
          <p:nvPr/>
        </p:nvSpPr>
        <p:spPr>
          <a:xfrm>
            <a:off x="3605481" y="3412176"/>
            <a:ext cx="148166" cy="1434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271F5CDC-431E-3F19-8788-F7FB73AD59EB}"/>
              </a:ext>
            </a:extLst>
          </p:cNvPr>
          <p:cNvSpPr/>
          <p:nvPr/>
        </p:nvSpPr>
        <p:spPr>
          <a:xfrm>
            <a:off x="4530462" y="3630487"/>
            <a:ext cx="148166" cy="1434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085A4CC-3CEE-596D-6AA9-1F4D75C2DD64}"/>
              </a:ext>
            </a:extLst>
          </p:cNvPr>
          <p:cNvGrpSpPr/>
          <p:nvPr/>
        </p:nvGrpSpPr>
        <p:grpSpPr>
          <a:xfrm>
            <a:off x="703447" y="2236730"/>
            <a:ext cx="2997720" cy="1178280"/>
            <a:chOff x="2691519" y="887926"/>
            <a:chExt cx="2997720" cy="117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1BFEA70-6223-4990-BF71-648EF0E97DE6}"/>
                    </a:ext>
                  </a:extLst>
                </p14:cNvPr>
                <p14:cNvContentPartPr/>
                <p14:nvPr/>
              </p14:nvContentPartPr>
              <p14:xfrm>
                <a:off x="3314319" y="1195006"/>
                <a:ext cx="2374920" cy="8665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1BFEA70-6223-4990-BF71-648EF0E97DE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308199" y="1188886"/>
                  <a:ext cx="2387160" cy="87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D498711-D567-DF64-B665-9BB3650BE47B}"/>
                    </a:ext>
                  </a:extLst>
                </p14:cNvPr>
                <p14:cNvContentPartPr/>
                <p14:nvPr/>
              </p14:nvContentPartPr>
              <p14:xfrm>
                <a:off x="5679519" y="2065846"/>
                <a:ext cx="360" cy="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D498711-D567-DF64-B665-9BB3650BE47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673399" y="205972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096D1E5-39C6-71AA-36B7-E8242DEB2AEE}"/>
                    </a:ext>
                  </a:extLst>
                </p14:cNvPr>
                <p14:cNvContentPartPr/>
                <p14:nvPr/>
              </p14:nvContentPartPr>
              <p14:xfrm>
                <a:off x="3323319" y="887926"/>
                <a:ext cx="27000" cy="6066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096D1E5-39C6-71AA-36B7-E8242DEB2AE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317199" y="881806"/>
                  <a:ext cx="39240" cy="61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3EED5C6-3B34-3BE7-2D44-499F67068706}"/>
                    </a:ext>
                  </a:extLst>
                </p14:cNvPr>
                <p14:cNvContentPartPr/>
                <p14:nvPr/>
              </p14:nvContentPartPr>
              <p14:xfrm>
                <a:off x="2691519" y="1094566"/>
                <a:ext cx="56160" cy="2260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3EED5C6-3B34-3BE7-2D44-499F6706870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685399" y="1088446"/>
                  <a:ext cx="684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3950177-B256-0B42-3CF9-AE9F4D3614CD}"/>
                    </a:ext>
                  </a:extLst>
                </p14:cNvPr>
                <p14:cNvContentPartPr/>
                <p14:nvPr/>
              </p14:nvContentPartPr>
              <p14:xfrm>
                <a:off x="2755959" y="1094566"/>
                <a:ext cx="69120" cy="1782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3950177-B256-0B42-3CF9-AE9F4D3614C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749839" y="1088446"/>
                  <a:ext cx="813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A71F6E6-E73B-4411-8E59-7F43D1912E4C}"/>
                    </a:ext>
                  </a:extLst>
                </p14:cNvPr>
                <p14:cNvContentPartPr/>
                <p14:nvPr/>
              </p14:nvContentPartPr>
              <p14:xfrm>
                <a:off x="2725359" y="1217686"/>
                <a:ext cx="70200" cy="3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A71F6E6-E73B-4411-8E59-7F43D1912E4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719239" y="1211566"/>
                  <a:ext cx="82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A44C1DE-16B7-A48E-F4DB-E9FFD6B52B10}"/>
                    </a:ext>
                  </a:extLst>
                </p14:cNvPr>
                <p14:cNvContentPartPr/>
                <p14:nvPr/>
              </p14:nvContentPartPr>
              <p14:xfrm>
                <a:off x="2856759" y="1094206"/>
                <a:ext cx="128880" cy="1422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A44C1DE-16B7-A48E-F4DB-E9FFD6B52B1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850639" y="1088086"/>
                  <a:ext cx="1411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0E6E2A9-5E8A-0378-B15D-575711C05734}"/>
                    </a:ext>
                  </a:extLst>
                </p14:cNvPr>
                <p14:cNvContentPartPr/>
                <p14:nvPr/>
              </p14:nvContentPartPr>
              <p14:xfrm>
                <a:off x="2875119" y="1098886"/>
                <a:ext cx="72360" cy="1119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0E6E2A9-5E8A-0378-B15D-575711C0573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868999" y="1092766"/>
                  <a:ext cx="846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D77FA94-796E-E3F2-E750-6C042070051E}"/>
                    </a:ext>
                  </a:extLst>
                </p14:cNvPr>
                <p14:cNvContentPartPr/>
                <p14:nvPr/>
              </p14:nvContentPartPr>
              <p14:xfrm>
                <a:off x="2960799" y="1033006"/>
                <a:ext cx="156240" cy="2959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D77FA94-796E-E3F2-E750-6C042070051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954679" y="1026886"/>
                  <a:ext cx="1684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0973B53-D194-1CB2-D01C-6E6170DF3190}"/>
                    </a:ext>
                  </a:extLst>
                </p14:cNvPr>
                <p14:cNvContentPartPr/>
                <p14:nvPr/>
              </p14:nvContentPartPr>
              <p14:xfrm>
                <a:off x="3081759" y="1080166"/>
                <a:ext cx="80280" cy="2030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0973B53-D194-1CB2-D01C-6E6170DF319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075639" y="1074046"/>
                  <a:ext cx="925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05AECE6-6CB0-49DD-0DB8-64597849208D}"/>
                    </a:ext>
                  </a:extLst>
                </p14:cNvPr>
                <p14:cNvContentPartPr/>
                <p14:nvPr/>
              </p14:nvContentPartPr>
              <p14:xfrm>
                <a:off x="3081759" y="1287886"/>
                <a:ext cx="144720" cy="21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05AECE6-6CB0-49DD-0DB8-64597849208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075639" y="1281766"/>
                  <a:ext cx="15696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CD07D0D-33FD-BC86-3DB8-7B443B4CA880}"/>
                    </a:ext>
                  </a:extLst>
                </p14:cNvPr>
                <p14:cNvContentPartPr/>
                <p14:nvPr/>
              </p14:nvContentPartPr>
              <p14:xfrm>
                <a:off x="3230799" y="1292206"/>
                <a:ext cx="360" cy="3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CD07D0D-33FD-BC86-3DB8-7B443B4CA88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224679" y="128608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F814E28C-F082-9875-0587-B6987DF863CF}"/>
              </a:ext>
            </a:extLst>
          </p:cNvPr>
          <p:cNvGrpSpPr/>
          <p:nvPr/>
        </p:nvGrpSpPr>
        <p:grpSpPr>
          <a:xfrm>
            <a:off x="926287" y="2988410"/>
            <a:ext cx="2325960" cy="741960"/>
            <a:chOff x="2914359" y="1639606"/>
            <a:chExt cx="2325960" cy="74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5777368-BC5C-E637-5CA6-8FB81DFBF411}"/>
                    </a:ext>
                  </a:extLst>
                </p14:cNvPr>
                <p14:cNvContentPartPr/>
                <p14:nvPr/>
              </p14:nvContentPartPr>
              <p14:xfrm>
                <a:off x="3518079" y="1639606"/>
                <a:ext cx="1467720" cy="2775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5777368-BC5C-E637-5CA6-8FB81DFBF41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511959" y="1633486"/>
                  <a:ext cx="14799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E86AD82-B171-778F-3789-A8EA60A867EA}"/>
                    </a:ext>
                  </a:extLst>
                </p14:cNvPr>
                <p14:cNvContentPartPr/>
                <p14:nvPr/>
              </p14:nvContentPartPr>
              <p14:xfrm>
                <a:off x="2914359" y="1912126"/>
                <a:ext cx="65880" cy="46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E86AD82-B171-778F-3789-A8EA60A867E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908239" y="1906006"/>
                  <a:ext cx="7812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45BBBE7-1876-3E62-55A0-9647C7ABEA9B}"/>
                    </a:ext>
                  </a:extLst>
                </p14:cNvPr>
                <p14:cNvContentPartPr/>
                <p14:nvPr/>
              </p14:nvContentPartPr>
              <p14:xfrm>
                <a:off x="2953959" y="1868206"/>
                <a:ext cx="360" cy="439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45BBBE7-1876-3E62-55A0-9647C7ABEA9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947839" y="1862086"/>
                  <a:ext cx="126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47EE7E5-33D1-BC3B-7B0E-FB81E79F5019}"/>
                    </a:ext>
                  </a:extLst>
                </p14:cNvPr>
                <p14:cNvContentPartPr/>
                <p14:nvPr/>
              </p14:nvContentPartPr>
              <p14:xfrm>
                <a:off x="2958639" y="1920766"/>
                <a:ext cx="2160" cy="554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47EE7E5-33D1-BC3B-7B0E-FB81E79F501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952519" y="1914646"/>
                  <a:ext cx="144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9BD3FE7-EF08-E0A7-9F5D-F99DD206C77A}"/>
                    </a:ext>
                  </a:extLst>
                </p14:cNvPr>
                <p14:cNvContentPartPr/>
                <p14:nvPr/>
              </p14:nvContentPartPr>
              <p14:xfrm>
                <a:off x="2997879" y="1872166"/>
                <a:ext cx="85680" cy="1116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9BD3FE7-EF08-E0A7-9F5D-F99DD206C77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991759" y="1866046"/>
                  <a:ext cx="979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05FC02A-12F3-72E2-08C4-0580C7B6464A}"/>
                    </a:ext>
                  </a:extLst>
                </p14:cNvPr>
                <p14:cNvContentPartPr/>
                <p14:nvPr/>
              </p14:nvContentPartPr>
              <p14:xfrm>
                <a:off x="3099039" y="1872526"/>
                <a:ext cx="64800" cy="954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05FC02A-12F3-72E2-08C4-0580C7B6464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92919" y="1866406"/>
                  <a:ext cx="770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33C80BD-B39D-8A8F-EF1A-D15E2A09AD7D}"/>
                    </a:ext>
                  </a:extLst>
                </p14:cNvPr>
                <p14:cNvContentPartPr/>
                <p14:nvPr/>
              </p14:nvContentPartPr>
              <p14:xfrm>
                <a:off x="3208839" y="1872166"/>
                <a:ext cx="102600" cy="846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33C80BD-B39D-8A8F-EF1A-D15E2A09AD7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202719" y="1866046"/>
                  <a:ext cx="1148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8AF2008-80C0-FCE2-19CD-670ED9FA1089}"/>
                    </a:ext>
                  </a:extLst>
                </p14:cNvPr>
                <p14:cNvContentPartPr/>
                <p14:nvPr/>
              </p14:nvContentPartPr>
              <p14:xfrm>
                <a:off x="3455799" y="1639606"/>
                <a:ext cx="1784520" cy="5799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8AF2008-80C0-FCE2-19CD-670ED9FA108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449679" y="1633486"/>
                  <a:ext cx="179676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296A223-336A-CE17-BF48-81B316F87683}"/>
                    </a:ext>
                  </a:extLst>
                </p14:cNvPr>
                <p14:cNvContentPartPr/>
                <p14:nvPr/>
              </p14:nvContentPartPr>
              <p14:xfrm>
                <a:off x="3464079" y="2224246"/>
                <a:ext cx="360" cy="3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296A223-336A-CE17-BF48-81B316F8768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457959" y="221812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287EA3F-B435-FAD6-182F-A27E062219B3}"/>
                    </a:ext>
                  </a:extLst>
                </p14:cNvPr>
                <p14:cNvContentPartPr/>
                <p14:nvPr/>
              </p14:nvContentPartPr>
              <p14:xfrm>
                <a:off x="3360759" y="2236126"/>
                <a:ext cx="187920" cy="1454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287EA3F-B435-FAD6-182F-A27E062219B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354639" y="2230006"/>
                  <a:ext cx="20016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E856ADD-8356-EF3C-A493-F8A2AB21CA02}"/>
              </a:ext>
            </a:extLst>
          </p:cNvPr>
          <p:cNvGrpSpPr/>
          <p:nvPr/>
        </p:nvGrpSpPr>
        <p:grpSpPr>
          <a:xfrm>
            <a:off x="3700447" y="2539850"/>
            <a:ext cx="907560" cy="18360"/>
            <a:chOff x="5688519" y="1191046"/>
            <a:chExt cx="907560" cy="1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8C43D40-61D6-EEDD-AB9E-C944D9F2C7ED}"/>
                    </a:ext>
                  </a:extLst>
                </p14:cNvPr>
                <p14:cNvContentPartPr/>
                <p14:nvPr/>
              </p14:nvContentPartPr>
              <p14:xfrm>
                <a:off x="5688519" y="1195726"/>
                <a:ext cx="21240" cy="46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8C43D40-61D6-EEDD-AB9E-C944D9F2C7E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682399" y="1189606"/>
                  <a:ext cx="3348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30D08BA-0277-2ACB-F8B6-0941797386D3}"/>
                    </a:ext>
                  </a:extLst>
                </p14:cNvPr>
                <p14:cNvContentPartPr/>
                <p14:nvPr/>
              </p14:nvContentPartPr>
              <p14:xfrm>
                <a:off x="5784999" y="1200046"/>
                <a:ext cx="34920" cy="3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30D08BA-0277-2ACB-F8B6-0941797386D3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778879" y="1193926"/>
                  <a:ext cx="47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82855D5-BD72-B235-82A4-352860C1D6F8}"/>
                    </a:ext>
                  </a:extLst>
                </p14:cNvPr>
                <p14:cNvContentPartPr/>
                <p14:nvPr/>
              </p14:nvContentPartPr>
              <p14:xfrm>
                <a:off x="5886159" y="1209046"/>
                <a:ext cx="27720" cy="3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82855D5-BD72-B235-82A4-352860C1D6F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880039" y="1202926"/>
                  <a:ext cx="39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504A8A4-EA0A-61C7-218F-F8A0BD73071D}"/>
                    </a:ext>
                  </a:extLst>
                </p14:cNvPr>
                <p14:cNvContentPartPr/>
                <p14:nvPr/>
              </p14:nvContentPartPr>
              <p14:xfrm>
                <a:off x="6009279" y="1195726"/>
                <a:ext cx="91440" cy="46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504A8A4-EA0A-61C7-218F-F8A0BD73071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003159" y="1189606"/>
                  <a:ext cx="10368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431BE2E-E7F6-01E3-5E01-3EA2868CC95A}"/>
                    </a:ext>
                  </a:extLst>
                </p14:cNvPr>
                <p14:cNvContentPartPr/>
                <p14:nvPr/>
              </p14:nvContentPartPr>
              <p14:xfrm>
                <a:off x="6185319" y="1191046"/>
                <a:ext cx="39240" cy="3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431BE2E-E7F6-01E3-5E01-3EA2868CC95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179199" y="1184926"/>
                  <a:ext cx="514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5D87280-8CF8-B0F0-2B59-5EFF29364FFB}"/>
                    </a:ext>
                  </a:extLst>
                </p14:cNvPr>
                <p14:cNvContentPartPr/>
                <p14:nvPr/>
              </p14:nvContentPartPr>
              <p14:xfrm>
                <a:off x="6304119" y="1209046"/>
                <a:ext cx="56880" cy="3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5D87280-8CF8-B0F0-2B59-5EFF29364FFB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297999" y="1202926"/>
                  <a:ext cx="691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E3A6621-FA0A-8948-BA4C-98914C912E7A}"/>
                    </a:ext>
                  </a:extLst>
                </p14:cNvPr>
                <p14:cNvContentPartPr/>
                <p14:nvPr/>
              </p14:nvContentPartPr>
              <p14:xfrm>
                <a:off x="6484119" y="1204366"/>
                <a:ext cx="30240" cy="3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E3A6621-FA0A-8948-BA4C-98914C912E7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477999" y="1198246"/>
                  <a:ext cx="424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27F621C-4318-B380-0F4B-3FA907C32872}"/>
                    </a:ext>
                  </a:extLst>
                </p14:cNvPr>
                <p14:cNvContentPartPr/>
                <p14:nvPr/>
              </p14:nvContentPartPr>
              <p14:xfrm>
                <a:off x="6593919" y="1195726"/>
                <a:ext cx="2160" cy="10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27F621C-4318-B380-0F4B-3FA907C3287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587799" y="1189606"/>
                  <a:ext cx="14400" cy="1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D3F863FB-5D54-727A-14C9-F92BF09C2A5E}"/>
                  </a:ext>
                </a:extLst>
              </p14:cNvPr>
              <p14:cNvContentPartPr/>
              <p14:nvPr/>
            </p14:nvContentPartPr>
            <p14:xfrm>
              <a:off x="4610527" y="2650010"/>
              <a:ext cx="360" cy="4716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D3F863FB-5D54-727A-14C9-F92BF09C2A5E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4604407" y="2643890"/>
                <a:ext cx="1260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CEBB1AB5-057D-C11C-6DAB-2DF4FD05C06F}"/>
                  </a:ext>
                </a:extLst>
              </p14:cNvPr>
              <p14:cNvContentPartPr/>
              <p14:nvPr/>
            </p14:nvContentPartPr>
            <p14:xfrm>
              <a:off x="4592887" y="2860970"/>
              <a:ext cx="360" cy="6336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CEBB1AB5-057D-C11C-6DAB-2DF4FD05C06F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4586767" y="2854850"/>
                <a:ext cx="12600" cy="7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oup 202">
            <a:extLst>
              <a:ext uri="{FF2B5EF4-FFF2-40B4-BE49-F238E27FC236}">
                <a16:creationId xmlns:a16="http://schemas.microsoft.com/office/drawing/2014/main" id="{C0EB4146-0D45-FEC0-21F5-211EE2C6094A}"/>
              </a:ext>
            </a:extLst>
          </p:cNvPr>
          <p:cNvGrpSpPr/>
          <p:nvPr/>
        </p:nvGrpSpPr>
        <p:grpSpPr>
          <a:xfrm>
            <a:off x="4597207" y="3028010"/>
            <a:ext cx="4680" cy="54000"/>
            <a:chOff x="6585279" y="1679206"/>
            <a:chExt cx="4680" cy="5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EF1B701-DB1D-547A-45C0-CEF9436B98CB}"/>
                    </a:ext>
                  </a:extLst>
                </p14:cNvPr>
                <p14:cNvContentPartPr/>
                <p14:nvPr/>
              </p14:nvContentPartPr>
              <p14:xfrm>
                <a:off x="6585279" y="1679206"/>
                <a:ext cx="4320" cy="374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EF1B701-DB1D-547A-45C0-CEF9436B98C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579159" y="1673086"/>
                  <a:ext cx="165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F4780E0-5AB9-2AEB-3620-E390453A9A2C}"/>
                    </a:ext>
                  </a:extLst>
                </p14:cNvPr>
                <p14:cNvContentPartPr/>
                <p14:nvPr/>
              </p14:nvContentPartPr>
              <p14:xfrm>
                <a:off x="6589599" y="1732126"/>
                <a:ext cx="360" cy="10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F4780E0-5AB9-2AEB-3620-E390453A9A2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583479" y="1726006"/>
                  <a:ext cx="12600" cy="1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6BF14488-BBB8-F8C3-E32D-A02ED1F6FA91}"/>
                  </a:ext>
                </a:extLst>
              </p14:cNvPr>
              <p14:cNvContentPartPr/>
              <p14:nvPr/>
            </p14:nvContentPartPr>
            <p14:xfrm>
              <a:off x="4592887" y="3251930"/>
              <a:ext cx="360" cy="4248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6BF14488-BBB8-F8C3-E32D-A02ED1F6FA91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4586767" y="3245810"/>
                <a:ext cx="1260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7069D3FF-F157-0165-122A-21EEA9FF0323}"/>
              </a:ext>
            </a:extLst>
          </p:cNvPr>
          <p:cNvGrpSpPr/>
          <p:nvPr/>
        </p:nvGrpSpPr>
        <p:grpSpPr>
          <a:xfrm>
            <a:off x="4592887" y="3406010"/>
            <a:ext cx="4680" cy="294840"/>
            <a:chOff x="6580959" y="2057206"/>
            <a:chExt cx="4680" cy="29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52C8E36-D191-7C0A-FB42-AF892CF63A00}"/>
                    </a:ext>
                  </a:extLst>
                </p14:cNvPr>
                <p14:cNvContentPartPr/>
                <p14:nvPr/>
              </p14:nvContentPartPr>
              <p14:xfrm>
                <a:off x="6580959" y="2057206"/>
                <a:ext cx="360" cy="255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52C8E36-D191-7C0A-FB42-AF892CF63A0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574839" y="2051086"/>
                  <a:ext cx="126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D246ACD-3567-4D83-9E3B-814C4B16A3EA}"/>
                    </a:ext>
                  </a:extLst>
                </p14:cNvPr>
                <p14:cNvContentPartPr/>
                <p14:nvPr/>
              </p14:nvContentPartPr>
              <p14:xfrm>
                <a:off x="6580959" y="2162686"/>
                <a:ext cx="360" cy="759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D246ACD-3567-4D83-9E3B-814C4B16A3E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574839" y="2156566"/>
                  <a:ext cx="126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C85B7DB-E4B3-63CD-26CB-9787C14D2929}"/>
                    </a:ext>
                  </a:extLst>
                </p14:cNvPr>
                <p14:cNvContentPartPr/>
                <p14:nvPr/>
              </p14:nvContentPartPr>
              <p14:xfrm>
                <a:off x="6585279" y="2299126"/>
                <a:ext cx="360" cy="529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C85B7DB-E4B3-63CD-26CB-9787C14D292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579159" y="2293006"/>
                  <a:ext cx="1260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5E277AF5-F0B8-1408-873A-E7FAF8606132}"/>
              </a:ext>
            </a:extLst>
          </p:cNvPr>
          <p:cNvGrpSpPr/>
          <p:nvPr/>
        </p:nvGrpSpPr>
        <p:grpSpPr>
          <a:xfrm>
            <a:off x="1404007" y="3229970"/>
            <a:ext cx="164520" cy="70200"/>
            <a:chOff x="3392079" y="1881166"/>
            <a:chExt cx="164520" cy="7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20B07CD-99FC-7D6C-2C1E-8067B3407A56}"/>
                    </a:ext>
                  </a:extLst>
                </p14:cNvPr>
                <p14:cNvContentPartPr/>
                <p14:nvPr/>
              </p14:nvContentPartPr>
              <p14:xfrm>
                <a:off x="3392079" y="1881166"/>
                <a:ext cx="57600" cy="702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20B07CD-99FC-7D6C-2C1E-8067B3407A5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385959" y="1875046"/>
                  <a:ext cx="698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A68FEB2-369B-E612-00B1-9AAB1DB39B17}"/>
                    </a:ext>
                  </a:extLst>
                </p14:cNvPr>
                <p14:cNvContentPartPr/>
                <p14:nvPr/>
              </p14:nvContentPartPr>
              <p14:xfrm>
                <a:off x="3442119" y="1920766"/>
                <a:ext cx="109800" cy="3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A68FEB2-369B-E612-00B1-9AAB1DB39B1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435999" y="1914646"/>
                  <a:ext cx="1220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81D0923-F23E-F04D-0C39-DC15656AB30C}"/>
                    </a:ext>
                  </a:extLst>
                </p14:cNvPr>
                <p14:cNvContentPartPr/>
                <p14:nvPr/>
              </p14:nvContentPartPr>
              <p14:xfrm>
                <a:off x="3556239" y="1920766"/>
                <a:ext cx="360" cy="3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81D0923-F23E-F04D-0C39-DC15656AB30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550119" y="191464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34204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Egan Wang</dc:creator>
  <cp:lastModifiedBy>Egan Wang</cp:lastModifiedBy>
  <cp:revision>2</cp:revision>
  <dcterms:created xsi:type="dcterms:W3CDTF">2026-10-27T04:03:53Z</dcterms:created>
  <dcterms:modified xsi:type="dcterms:W3CDTF">2026-10-27T05:14:52Z</dcterms:modified>
</cp:coreProperties>
</file>